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8C07E-89ED-46C9-82DA-F7F82203351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6A3B1-11D6-4E02-AF4F-7E1A47204A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48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99F25-248C-15D4-4A8F-C23BBAAF2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C448F7-6F04-F7E0-1345-59AB08D1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B69DC-5177-F9CC-AB49-3BCA085C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B4F3-3EDE-20BE-F3B5-894DC67F4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61868-347B-2E6F-135F-D12358C4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1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31F19-433F-60EB-DE12-FA60EC85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3EA04-50D3-57CC-8C07-40FA8F2F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C5C219-423F-C3F0-1596-3BA591A9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8E76C-2C44-E66A-0C9D-DF1239FC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E771A3-B694-99C3-849F-6BDC815B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32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01C15-B970-D606-EBC9-ECAFA84F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29735C-6DA2-D677-F67E-607B8D6C0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6A67B-B808-FA29-0EF1-A71E6B4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E828B-F128-9058-4341-96D61449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D2ED58-26AA-5BE4-CBE4-DB65EAD9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48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97394-5D82-B4CE-D698-216B1F26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A0CA7-4975-06A1-9B46-E55EEB871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1BA204-8DB4-82DE-C72A-5B93560A3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6424F2-26CE-3933-8D42-549B1DB2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2AB9AD-ACA7-6714-59BF-66B783ED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222C22-75C2-3F24-6757-C1D3C193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10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5EC80-2A4C-35CB-6F84-FDA410DC5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880B2-AFA8-96DC-59BB-611ABB4E6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905A1D-7377-8D73-FC21-E01B18896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EB9E18-80A4-C86E-00FD-5B1698502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FB8560-7161-F4E4-EF0E-FC1FF0975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09B998-EDE7-B762-2483-774E633B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76B4BF-8A77-74AD-C456-86FB8EE5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EDF441-B6DF-8BCB-70A3-85370A2E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54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3E54-659B-0412-C17B-08869F65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785123-E52D-CFF9-C257-F71DFC3E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4ED138-4BA0-D4FB-76E1-F315C9EE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26778E-7C3D-D99F-D927-763D6458E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92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D6FAE3-EA22-B513-FCD8-C6426D9D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000E19-D306-0DE9-D870-91CB54AB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384ED4-3A00-8E2C-CAEE-E9101310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971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3C69C-C9A4-0F91-C2E9-2DAC7A3E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E9989-CC0E-E956-B0B7-294CE6AF4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2194D-F4E7-A2CF-AA5D-0AB323560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2F458F-DBA9-0C6C-411B-6B89876E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DE99AF-D045-BD40-A879-FD5E926E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A49E7F-F115-1C9D-A411-332D7DF3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75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0C6C2-7471-CE8D-46E1-F5F09D75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350DDC-58A7-3B8A-E751-775179897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1E328D-70DC-56A5-88A5-746A947F5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6B0E73-6764-E522-2F48-3B9A3D9F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DAD778-F8E5-4D4F-A673-AB219339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FDB7CA-FD4B-F52D-617F-82FC3593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76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29230-D3D7-B792-0310-6270B3EC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2E7C5E-3841-0FE9-C838-059A5CFB7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FAA67-5D81-A841-6ADB-264569A93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0A1A5-0679-31D4-4129-47A83D6E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50091-8F0D-857F-C5A1-8917B929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63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9877A4-E742-69DF-36A3-53469EB36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FA7898-649E-822C-AEB0-B5A04628D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E50262-376F-5C9C-DD88-A44C2CC8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D6BA0-F976-C931-8F05-C05517FF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35A91A-7CF0-4BD2-C4BD-5160C737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4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242138-97E6-B049-6484-132B33AB4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4226B7-53CC-F08B-E875-8DA41E560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3A369-22F0-ED85-A314-1F2B10A00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CD7BB-9EDA-4F59-9C2D-B75CED877ECB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145AC1-B99F-25E0-CCE3-B40A01BE1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0C1C2-FE71-3E1B-0F95-F0194DE25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706BC-520B-43FC-B350-37ED60C95A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65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5" name="그림 3" descr="그림 3"/>
          <p:cNvPicPr>
            <a:picLocks noChangeAspect="1"/>
          </p:cNvPicPr>
          <p:nvPr/>
        </p:nvPicPr>
        <p:blipFill>
          <a:blip r:embed="rId3"/>
          <a:srcRect r="23386"/>
          <a:stretch>
            <a:fillRect/>
          </a:stretch>
        </p:blipFill>
        <p:spPr>
          <a:xfrm flipH="1">
            <a:off x="0" y="0"/>
            <a:ext cx="7046518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6" name="직사각형 6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394">
                <a:srgbClr val="FBFCFC"/>
              </a:gs>
              <a:gs pos="0">
                <a:srgbClr val="FFFFFF">
                  <a:alpha val="87000"/>
                </a:srgbClr>
              </a:gs>
              <a:gs pos="24000">
                <a:srgbClr val="84A3A5">
                  <a:alpha val="82000"/>
                </a:srgbClr>
              </a:gs>
              <a:gs pos="100000">
                <a:srgbClr val="36696C">
                  <a:alpha val="7400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lang="ko-KR" altLang="en-US" dirty="0"/>
          </a:p>
        </p:txBody>
      </p:sp>
      <p:grpSp>
        <p:nvGrpSpPr>
          <p:cNvPr id="1679" name="그룹 21"/>
          <p:cNvGrpSpPr/>
          <p:nvPr/>
        </p:nvGrpSpPr>
        <p:grpSpPr>
          <a:xfrm>
            <a:off x="407987" y="4902198"/>
            <a:ext cx="6021167" cy="948465"/>
            <a:chOff x="0" y="0"/>
            <a:chExt cx="6021165" cy="948464"/>
          </a:xfrm>
        </p:grpSpPr>
        <p:sp>
          <p:nvSpPr>
            <p:cNvPr id="1677" name="TextBox 13"/>
            <p:cNvSpPr txBox="1"/>
            <p:nvPr/>
          </p:nvSpPr>
          <p:spPr>
            <a:xfrm>
              <a:off x="0" y="0"/>
              <a:ext cx="3939219" cy="948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ct val="110000"/>
                </a:lnSpc>
                <a:defRPr sz="6000" spc="-30">
                  <a:solidFill>
                    <a:srgbClr val="FFFFFF"/>
                  </a:solidFill>
                  <a:latin typeface="G마켓 산스 Bold"/>
                  <a:ea typeface="G마켓 산스 Bold"/>
                  <a:cs typeface="G마켓 산스 Bold"/>
                  <a:sym typeface="G마켓 산스 Bold"/>
                </a:defRPr>
              </a:lvl1pPr>
            </a:lstStyle>
            <a:p>
              <a:r>
                <a:rPr lang="en-US" b="1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Thank You</a:t>
              </a:r>
              <a:endParaRPr b="1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678" name="직선 연결선 19"/>
            <p:cNvSpPr/>
            <p:nvPr/>
          </p:nvSpPr>
          <p:spPr>
            <a:xfrm>
              <a:off x="4012458" y="793098"/>
              <a:ext cx="2008707" cy="1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miter lim="800000"/>
              <a:tailEnd type="oval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391E2F2-ABFE-9B2F-2902-D7542E0650E9}"/>
              </a:ext>
            </a:extLst>
          </p:cNvPr>
          <p:cNvSpPr txBox="1"/>
          <p:nvPr/>
        </p:nvSpPr>
        <p:spPr>
          <a:xfrm>
            <a:off x="407986" y="1671801"/>
            <a:ext cx="11237914" cy="222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코솔러스는</a:t>
            </a:r>
            <a:r>
              <a:rPr lang="ko-KR" altLang="en-US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2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책임있는</a:t>
            </a:r>
            <a:r>
              <a:rPr lang="ko-KR" altLang="en-US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화학기술을 기반으로 </a:t>
            </a:r>
            <a:endParaRPr lang="en-US" altLang="ko-KR" sz="32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순환경제를 선도하고 탄소배출 저감에 기여하며</a:t>
            </a:r>
            <a:r>
              <a:rPr lang="en-US" altLang="ko-KR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지속가능한 미래를 만들어가는 글로벌 기업으로 도약하고자 합니다</a:t>
            </a:r>
            <a:r>
              <a:rPr lang="en-US" altLang="ko-KR" sz="32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  <a:endParaRPr lang="ko-KR" altLang="en-US" sz="32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래픽 5" descr="그래픽 5">
            <a:extLst>
              <a:ext uri="{FF2B5EF4-FFF2-40B4-BE49-F238E27FC236}">
                <a16:creationId xmlns:a16="http://schemas.microsoft.com/office/drawing/2014/main" id="{B624DC80-33AB-4446-9933-F6DB0A828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7" y="648180"/>
            <a:ext cx="2431421" cy="37544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BFCE55EE-1F4B-431A-98D3-8D7F4734E11D}"/>
              </a:ext>
            </a:extLst>
          </p:cNvPr>
          <p:cNvSpPr txBox="1"/>
          <p:nvPr/>
        </p:nvSpPr>
        <p:spPr>
          <a:xfrm>
            <a:off x="466979" y="381757"/>
            <a:ext cx="2369880" cy="221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0000"/>
              </a:lnSpc>
              <a:defRPr sz="1400" spc="-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pPr>
            <a:r>
              <a:rPr lang="en-US" dirty="0">
                <a:latin typeface="Pretendard Light"/>
                <a:ea typeface="Pretendard Light"/>
                <a:cs typeface="Pretendard Light"/>
                <a:sym typeface="Pretendard Light"/>
              </a:rPr>
              <a:t>Small actions, BIG DIFFERENCE</a:t>
            </a:r>
            <a:endParaRPr sz="1200" spc="-25" dirty="0">
              <a:solidFill>
                <a:srgbClr val="000000"/>
              </a:solidFill>
              <a:latin typeface="Pretendard Light"/>
              <a:ea typeface="Pretendard Light"/>
              <a:cs typeface="Pretendard Light"/>
              <a:sym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64792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와이드스크린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Pretendard ExtraBold</vt:lpstr>
      <vt:lpstr>Pretendard Light</vt:lpstr>
      <vt:lpstr>Pretendard SemiBold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solus co</dc:creator>
  <cp:lastModifiedBy>solus co</cp:lastModifiedBy>
  <cp:revision>3</cp:revision>
  <dcterms:created xsi:type="dcterms:W3CDTF">2026-10-12T01:28:47Z</dcterms:created>
  <dcterms:modified xsi:type="dcterms:W3CDTF">2026-10-12T02:31:49Z</dcterms:modified>
</cp:coreProperties>
</file>