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20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8C07E-89ED-46C9-82DA-F7F82203351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6A3B1-11D6-4E02-AF4F-7E1A47204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152427B-846B-4F71-945F-6017590F10D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6414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99F25-248C-15D4-4A8F-C23BBAAF2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C448F7-6F04-F7E0-1345-59AB08D10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B69DC-5177-F9CC-AB49-3BCA085C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8B4F3-3EDE-20BE-F3B5-894DC67F4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61868-347B-2E6F-135F-D12358C4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21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31F19-433F-60EB-DE12-FA60EC85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3EA04-50D3-57CC-8C07-40FA8F2F1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C5C219-423F-C3F0-1596-3BA591A9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C8E76C-2C44-E66A-0C9D-DF1239FC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E771A3-B694-99C3-849F-6BDC815B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532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01C15-B970-D606-EBC9-ECAFA84F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29735C-6DA2-D677-F67E-607B8D6C0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6A67B-B808-FA29-0EF1-A71E6B44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4E828B-F128-9058-4341-96D61449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D2ED58-26AA-5BE4-CBE4-DB65EAD9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48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97394-5D82-B4CE-D698-216B1F26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6A0CA7-4975-06A1-9B46-E55EEB871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1BA204-8DB4-82DE-C72A-5B93560A3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6424F2-26CE-3933-8D42-549B1DB2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2AB9AD-ACA7-6714-59BF-66B783ED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222C22-75C2-3F24-6757-C1D3C193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10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5EC80-2A4C-35CB-6F84-FDA410DC5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880B2-AFA8-96DC-59BB-611ABB4E6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905A1D-7377-8D73-FC21-E01B18896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EB9E18-80A4-C86E-00FD-5B1698502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FB8560-7161-F4E4-EF0E-FC1FF0975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09B998-EDE7-B762-2483-774E633B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76B4BF-8A77-74AD-C456-86FB8EE5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EDF441-B6DF-8BCB-70A3-85370A2E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54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3E54-659B-0412-C17B-08869F65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785123-E52D-CFF9-C257-F71DFC3E5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ED138-4BA0-D4FB-76E1-F315C9EE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26778E-7C3D-D99F-D927-763D6458E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892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D6FAE3-EA22-B513-FCD8-C6426D9D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3000E19-D306-0DE9-D870-91CB54AB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384ED4-3A00-8E2C-CAEE-E9101310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97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3C69C-C9A4-0F91-C2E9-2DAC7A3E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E9989-CC0E-E956-B0B7-294CE6AF4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B2194D-F4E7-A2CF-AA5D-0AB323560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2F458F-DBA9-0C6C-411B-6B89876E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DE99AF-D045-BD40-A879-FD5E926E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A49E7F-F115-1C9D-A411-332D7DF3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75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0C6C2-7471-CE8D-46E1-F5F09D75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350DDC-58A7-3B8A-E751-775179897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1E328D-70DC-56A5-88A5-746A947F5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6B0E73-6764-E522-2F48-3B9A3D9F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DAD778-F8E5-4D4F-A673-AB219339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FDB7CA-FD4B-F52D-617F-82FC3593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76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29230-D3D7-B792-0310-6270B3EC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2E7C5E-3841-0FE9-C838-059A5CFB7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FAA67-5D81-A841-6ADB-264569A93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0A1A5-0679-31D4-4129-47A83D6EC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50091-8F0D-857F-C5A1-8917B929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63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9877A4-E742-69DF-36A3-53469EB36D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FA7898-649E-822C-AEB0-B5A04628D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E50262-376F-5C9C-DD88-A44C2CC8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9D6BA0-F976-C931-8F05-C05517FF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35A91A-7CF0-4BD2-C4BD-5160C737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24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242138-97E6-B049-6484-132B33AB4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4226B7-53CC-F08B-E875-8DA41E560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F3A369-22F0-ED85-A314-1F2B10A00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145AC1-B99F-25E0-CCE3-B40A01BE1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50C1C2-FE71-3E1B-0F95-F0194DE25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65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78EE-8321-4A9E-DE02-C6746B744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그림 9" descr="그림 9">
            <a:extLst>
              <a:ext uri="{FF2B5EF4-FFF2-40B4-BE49-F238E27FC236}">
                <a16:creationId xmlns:a16="http://schemas.microsoft.com/office/drawing/2014/main" id="{DA657837-BDB0-C4D5-0E36-2D75C07A96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17144" r="13740"/>
          <a:stretch>
            <a:fillRect/>
          </a:stretch>
        </p:blipFill>
        <p:spPr>
          <a:xfrm>
            <a:off x="9173116" y="-3"/>
            <a:ext cx="3042029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직사각형 66">
            <a:extLst>
              <a:ext uri="{FF2B5EF4-FFF2-40B4-BE49-F238E27FC236}">
                <a16:creationId xmlns:a16="http://schemas.microsoft.com/office/drawing/2014/main" id="{C433ED75-771B-F112-2B61-652FC2B32FCD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3" name="직사각형 67">
            <a:extLst>
              <a:ext uri="{FF2B5EF4-FFF2-40B4-BE49-F238E27FC236}">
                <a16:creationId xmlns:a16="http://schemas.microsoft.com/office/drawing/2014/main" id="{5AC9A9D2-6CC6-9FF9-31B8-79D9E8601FED}"/>
              </a:ext>
            </a:extLst>
          </p:cNvPr>
          <p:cNvSpPr/>
          <p:nvPr/>
        </p:nvSpPr>
        <p:spPr>
          <a:xfrm>
            <a:off x="-3" y="1306416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8E133-9250-E3BA-E300-3F5C444DA4C8}"/>
              </a:ext>
            </a:extLst>
          </p:cNvPr>
          <p:cNvSpPr txBox="1"/>
          <p:nvPr/>
        </p:nvSpPr>
        <p:spPr>
          <a:xfrm>
            <a:off x="396238" y="1331283"/>
            <a:ext cx="8436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3000"/>
            </a:pPr>
            <a:r>
              <a:rPr kumimoji="1" lang="ko-KR" altLang="en-US" sz="2800" spc="-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73E4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첨단 화학 소재와 차세대 친환경 공정으로</a:t>
            </a:r>
            <a:r>
              <a:rPr kumimoji="1" lang="en-US" altLang="ko-KR" sz="2800" spc="-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73E4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</a:p>
          <a:p>
            <a:pPr algn="ctr">
              <a:buClr>
                <a:schemeClr val="dk1"/>
              </a:buClr>
              <a:buSzPts val="3000"/>
            </a:pPr>
            <a:r>
              <a:rPr kumimoji="1" lang="en-US" altLang="ko-KR" sz="2800" spc="-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73E4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kumimoji="1" lang="ko-KR" altLang="en-US" sz="2800" spc="-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73E4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폐배터리 순환경제 선도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B557ADE4-8F5F-CFE0-C3D4-085106F0FB56}"/>
              </a:ext>
            </a:extLst>
          </p:cNvPr>
          <p:cNvSpPr txBox="1"/>
          <p:nvPr/>
        </p:nvSpPr>
        <p:spPr>
          <a:xfrm>
            <a:off x="2617279" y="662756"/>
            <a:ext cx="65" cy="44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endParaRPr lang="ko-KR" altLang="en-US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3" name="그래픽 64">
            <a:extLst>
              <a:ext uri="{FF2B5EF4-FFF2-40B4-BE49-F238E27FC236}">
                <a16:creationId xmlns:a16="http://schemas.microsoft.com/office/drawing/2014/main" id="{4A4F8DF2-AC3E-362E-3779-60E80F3413A5}"/>
              </a:ext>
            </a:extLst>
          </p:cNvPr>
          <p:cNvGrpSpPr/>
          <p:nvPr/>
        </p:nvGrpSpPr>
        <p:grpSpPr>
          <a:xfrm>
            <a:off x="442489" y="294939"/>
            <a:ext cx="1093353" cy="166691"/>
            <a:chOff x="0" y="0"/>
            <a:chExt cx="1093351" cy="166689"/>
          </a:xfrm>
        </p:grpSpPr>
        <p:sp>
          <p:nvSpPr>
            <p:cNvPr id="26" name="자유형: 도형 76">
              <a:extLst>
                <a:ext uri="{FF2B5EF4-FFF2-40B4-BE49-F238E27FC236}">
                  <a16:creationId xmlns:a16="http://schemas.microsoft.com/office/drawing/2014/main" id="{96F0A797-2DED-CA17-B48A-D6080FB679CB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8" name="자유형: 도형 77">
              <a:extLst>
                <a:ext uri="{FF2B5EF4-FFF2-40B4-BE49-F238E27FC236}">
                  <a16:creationId xmlns:a16="http://schemas.microsoft.com/office/drawing/2014/main" id="{95BDBD13-7A2A-778E-A268-30D9B7A7D95B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9" name="자유형: 도형 78">
              <a:extLst>
                <a:ext uri="{FF2B5EF4-FFF2-40B4-BE49-F238E27FC236}">
                  <a16:creationId xmlns:a16="http://schemas.microsoft.com/office/drawing/2014/main" id="{B8DF1DE9-7C7E-3AB4-0EEF-88DB1037BFC1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30" name="자유형: 도형 79">
              <a:extLst>
                <a:ext uri="{FF2B5EF4-FFF2-40B4-BE49-F238E27FC236}">
                  <a16:creationId xmlns:a16="http://schemas.microsoft.com/office/drawing/2014/main" id="{B36896C3-0762-172A-AB99-C51FCCF94DF0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31" name="자유형: 도형 80">
              <a:extLst>
                <a:ext uri="{FF2B5EF4-FFF2-40B4-BE49-F238E27FC236}">
                  <a16:creationId xmlns:a16="http://schemas.microsoft.com/office/drawing/2014/main" id="{348AFA07-E177-3458-E268-D71D9C109089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32" name="자유형: 도형 81">
              <a:extLst>
                <a:ext uri="{FF2B5EF4-FFF2-40B4-BE49-F238E27FC236}">
                  <a16:creationId xmlns:a16="http://schemas.microsoft.com/office/drawing/2014/main" id="{61A8D015-F2E3-A83D-CDEB-A7FC91737014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33" name="자유형: 도형 82">
              <a:extLst>
                <a:ext uri="{FF2B5EF4-FFF2-40B4-BE49-F238E27FC236}">
                  <a16:creationId xmlns:a16="http://schemas.microsoft.com/office/drawing/2014/main" id="{7F28B7AE-E376-7D8E-C6BF-7C63E0428E41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34" name="TextBox 65">
            <a:extLst>
              <a:ext uri="{FF2B5EF4-FFF2-40B4-BE49-F238E27FC236}">
                <a16:creationId xmlns:a16="http://schemas.microsoft.com/office/drawing/2014/main" id="{A701F285-D0B7-C7A7-EC7E-1855929F21FE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altLang="ko-KR" dirty="0"/>
              <a:t>We promise tomorrow</a:t>
            </a:r>
          </a:p>
        </p:txBody>
      </p:sp>
      <p:sp>
        <p:nvSpPr>
          <p:cNvPr id="35" name="직선 연결선 68">
            <a:extLst>
              <a:ext uri="{FF2B5EF4-FFF2-40B4-BE49-F238E27FC236}">
                <a16:creationId xmlns:a16="http://schemas.microsoft.com/office/drawing/2014/main" id="{689330F1-7D1B-A48D-07BB-E80116250606}"/>
              </a:ext>
            </a:extLst>
          </p:cNvPr>
          <p:cNvSpPr/>
          <p:nvPr/>
        </p:nvSpPr>
        <p:spPr>
          <a:xfrm>
            <a:off x="396239" y="548640"/>
            <a:ext cx="11804959" cy="1"/>
          </a:xfrm>
          <a:prstGeom prst="line">
            <a:avLst/>
          </a:prstGeom>
          <a:ln w="6350">
            <a:solidFill>
              <a:srgbClr val="96A4A5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332C4AB1-9E72-7153-D36A-BC8D7EFADE01}"/>
              </a:ext>
            </a:extLst>
          </p:cNvPr>
          <p:cNvSpPr txBox="1"/>
          <p:nvPr/>
        </p:nvSpPr>
        <p:spPr>
          <a:xfrm>
            <a:off x="396238" y="792581"/>
            <a:ext cx="1228541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기업소개</a:t>
            </a: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29D6E149-33F8-634D-0D38-DFE02F6AF26D}"/>
              </a:ext>
            </a:extLst>
          </p:cNvPr>
          <p:cNvSpPr txBox="1"/>
          <p:nvPr/>
        </p:nvSpPr>
        <p:spPr>
          <a:xfrm>
            <a:off x="446746" y="616129"/>
            <a:ext cx="671979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Company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873987D-E40E-DFF0-DB8D-26433453E75C}"/>
              </a:ext>
            </a:extLst>
          </p:cNvPr>
          <p:cNvGraphicFramePr>
            <a:graphicFrameLocks noGrp="1"/>
          </p:cNvGraphicFramePr>
          <p:nvPr/>
        </p:nvGraphicFramePr>
        <p:xfrm>
          <a:off x="591563" y="2452643"/>
          <a:ext cx="8122071" cy="338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189">
                  <a:extLst>
                    <a:ext uri="{9D8B030D-6E8A-4147-A177-3AD203B41FA5}">
                      <a16:colId xmlns:a16="http://schemas.microsoft.com/office/drawing/2014/main" val="4087436623"/>
                    </a:ext>
                  </a:extLst>
                </a:gridCol>
                <a:gridCol w="6648882">
                  <a:extLst>
                    <a:ext uri="{9D8B030D-6E8A-4147-A177-3AD203B41FA5}">
                      <a16:colId xmlns:a16="http://schemas.microsoft.com/office/drawing/2014/main" val="1568765787"/>
                    </a:ext>
                  </a:extLst>
                </a:gridCol>
              </a:tblGrid>
              <a:tr h="6772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기 업 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34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주식회사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코솔러스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344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717211"/>
                  </a:ext>
                </a:extLst>
              </a:tr>
              <a:tr h="6772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대 표 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김성현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007055"/>
                  </a:ext>
                </a:extLst>
              </a:tr>
              <a:tr h="6772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임 직 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490407"/>
                  </a:ext>
                </a:extLst>
              </a:tr>
              <a:tr h="6772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소 재  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3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대한민국 전주</a:t>
                      </a:r>
                      <a:r>
                        <a:rPr lang="en-US" altLang="ko-KR" sz="1400" b="0" spc="-3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400" b="0" spc="-3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익산</a:t>
                      </a:r>
                      <a:r>
                        <a:rPr lang="en-US" altLang="ko-KR" sz="1400" b="0" spc="-3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400" b="0" spc="-3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완주</a:t>
                      </a:r>
                      <a:r>
                        <a:rPr lang="en-US" altLang="ko-KR" sz="1400" b="0" spc="-3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1400" b="0" spc="-3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군산</a:t>
                      </a:r>
                      <a:endParaRPr lang="fr-FR" altLang="ko-KR" sz="1400" b="0" spc="-3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536615"/>
                  </a:ext>
                </a:extLst>
              </a:tr>
              <a:tr h="6772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비     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사용 후 배터리 핵심광물 회수를 위한 혁신 화학소재와 친환경 공정 기술을 통해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인류의 지속가능한 미래를 선도하는 글로벌 리더로 도약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060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68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와이드스크린</PresentationFormat>
  <Paragraphs>17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Arial</vt:lpstr>
      <vt:lpstr>Pretendard ExtraBold</vt:lpstr>
      <vt:lpstr>Pretendard Light</vt:lpstr>
      <vt:lpstr>Pretendard SemiBold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solus co</dc:creator>
  <cp:lastModifiedBy>solus co</cp:lastModifiedBy>
  <cp:revision>1</cp:revision>
  <dcterms:created xsi:type="dcterms:W3CDTF">2026-10-12T01:28:47Z</dcterms:created>
  <dcterms:modified xsi:type="dcterms:W3CDTF">2026-10-12T01:29:15Z</dcterms:modified>
</cp:coreProperties>
</file>