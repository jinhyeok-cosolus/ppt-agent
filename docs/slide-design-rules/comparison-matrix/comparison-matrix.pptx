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774" r:id="rId2"/>
    <p:sldId id="374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498D1-0A0B-4C83-A28F-99B669CDC90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ECEC7-B05A-4753-8F2D-7F165B520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38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152427B-846B-4F71-945F-6017590F10DC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8040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152427B-846B-4F71-945F-6017590F10DC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014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EE932-EFC1-B587-3721-1C2ACD219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06A9EC-BB3B-3D0E-7732-BFC3B47F7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32AA62-FEDF-9477-34C6-5AD44C5D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F782F-74E0-6CEB-7D2C-CF54544C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C791CA-060E-5084-65BA-E64DFA58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39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61DA2-CE0D-C7AC-F622-34449F48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F09367-D523-A5EC-05F4-05A4134C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A038D-D106-2F21-4371-5E0B93AB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C47E6-C40C-71E1-7470-72A3C8F1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7868E-5630-A66E-C0A9-90F7ACF9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26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B668E-0E1B-8689-3596-EE9209DE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81B2E4-EBE1-13F2-3B5E-82E3320EC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19B4D-F3E3-EACB-B491-1E4E323F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3AAD6-D951-4664-1966-C6E732AC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02B433-C418-556F-A4BE-F2C8A116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3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0343E-ECD1-C714-AA99-C6D1B315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34AD54-E60C-B586-DB74-058379599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4ECE84-98CD-34AF-EC90-CD5287B2E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74C84-06CC-C15E-0042-B4B0C3B3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F894E2-CAAE-5068-9A40-7E2EFBE7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C1FE28-AC6A-8349-B9E6-21EAC9F6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78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13033-892D-2C59-E487-1C4FA620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A5C45B-A39D-D06D-EEF8-4E6F66AD9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716C97-39A8-861F-F48A-8F5B8C1F2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890521-0FF4-9466-BAD6-6327954A1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55361-0940-F048-FAC1-280E50576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CC1C1D-F68E-0DCA-B421-E74961A8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796F4B-2EBE-FED7-A3E3-A7B2153F3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4EFF3A-19E6-9C38-B16E-82A76EAA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82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A4E8A-9812-2C2F-C330-9F7B9168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258B3F-613D-36BC-5270-0A9AF035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D3B58B-7524-ADAF-2968-513705A1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9ADC77-E8D8-4611-EA20-566DA65A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17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1B9F33-AA13-5842-1E17-1B40480B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175F03-138E-F47E-8364-3C44D79B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D78CC-1781-F103-7DA8-10537BCA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EC7E8-FCFD-D258-D9E7-10B5F379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75E359-52FC-A380-8AA9-57D5132DF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9F532-21B9-8BFB-6373-FA658841B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2D173E-9698-268E-D785-56F224C5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555F5-63A5-5BAF-DA3F-23E81C59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4C74BC-BF5A-BA67-C7DC-C5D21F98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527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53ADC-8F8D-2F98-05A3-5A822F4A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B72B2E-2DE1-AF07-8F49-D37A39862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46CD0A-BFD5-96E4-62BA-C96BC7B7B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B793B-A9FA-12F6-2486-2D5F95AB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145971-D45C-BC5B-82B1-962BF629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106E0A-08F8-5CDD-FF91-E08549D8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21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C63F5-FA82-CA0A-0A1E-8F7C389D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AAA8FA-0821-A155-46DB-0C4D4947C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AD077-3B40-6697-EBCC-64DC4769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1AA78C-5F2A-688E-C06C-9AF41178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C006F-E5D0-8A15-541B-DCA12B31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57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B99F0B-92AA-0BFA-CDF8-F37F201AC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E90971-59C3-AD7F-8735-3E4B238BE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4AEEC-5E24-07CF-6A7A-A737ACBA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E0892-2653-BF95-67FF-510D9ADE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9C5EE-16B7-ED3A-BA46-A7068BAD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4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9C1648-66E6-52CF-BE99-F5B9831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7B86AF-CA55-A880-5214-78C062B2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EEB17-259C-B557-A745-CFB18EC88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A059A2-5285-C941-653C-26D64DCD5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CA62F-469B-176D-C558-30B84AF9E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8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DFBD6-666D-544C-DC4D-7EF27614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5" name="표 494">
            <a:extLst>
              <a:ext uri="{FF2B5EF4-FFF2-40B4-BE49-F238E27FC236}">
                <a16:creationId xmlns:a16="http://schemas.microsoft.com/office/drawing/2014/main" id="{63DD4832-582A-567C-8467-9C8ACA68A6A2}"/>
              </a:ext>
            </a:extLst>
          </p:cNvPr>
          <p:cNvGraphicFramePr>
            <a:graphicFrameLocks noGrp="1"/>
          </p:cNvGraphicFramePr>
          <p:nvPr/>
        </p:nvGraphicFramePr>
        <p:xfrm>
          <a:off x="396240" y="2018991"/>
          <a:ext cx="11655026" cy="4222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562430068"/>
                    </a:ext>
                  </a:extLst>
                </a:gridCol>
                <a:gridCol w="3233522">
                  <a:extLst>
                    <a:ext uri="{9D8B030D-6E8A-4147-A177-3AD203B41FA5}">
                      <a16:colId xmlns:a16="http://schemas.microsoft.com/office/drawing/2014/main" val="3190874504"/>
                    </a:ext>
                  </a:extLst>
                </a:gridCol>
                <a:gridCol w="3470002">
                  <a:extLst>
                    <a:ext uri="{9D8B030D-6E8A-4147-A177-3AD203B41FA5}">
                      <a16:colId xmlns:a16="http://schemas.microsoft.com/office/drawing/2014/main" val="202025902"/>
                    </a:ext>
                  </a:extLst>
                </a:gridCol>
                <a:gridCol w="3367502">
                  <a:extLst>
                    <a:ext uri="{9D8B030D-6E8A-4147-A177-3AD203B41FA5}">
                      <a16:colId xmlns:a16="http://schemas.microsoft.com/office/drawing/2014/main" val="433777282"/>
                    </a:ext>
                  </a:extLst>
                </a:gridCol>
              </a:tblGrid>
              <a:tr h="4775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4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COSOLUS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4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벨기에 </a:t>
                      </a:r>
                      <a:r>
                        <a:rPr lang="en-US" altLang="ko-KR" sz="16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</a:t>
                      </a:r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</a:t>
                      </a:r>
                      <a:endParaRPr lang="en-US" altLang="ko-KR" sz="1600" b="0" dirty="0">
                        <a:solidFill>
                          <a:schemeClr val="bg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4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중국 </a:t>
                      </a:r>
                      <a:r>
                        <a:rPr lang="en-US" altLang="ko-KR" sz="16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K</a:t>
                      </a:r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</a:t>
                      </a:r>
                      <a:endParaRPr lang="en-US" altLang="ko-KR" sz="1600" b="0" dirty="0">
                        <a:solidFill>
                          <a:schemeClr val="bg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4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283470"/>
                  </a:ext>
                </a:extLst>
              </a:tr>
              <a:tr h="29205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공정시간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375"/>
                  </a:ext>
                </a:extLst>
              </a:tr>
              <a:tr h="8248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첨가제 사용량</a:t>
                      </a:r>
                      <a:r>
                        <a:rPr lang="en-US" altLang="ko-KR" sz="1600" baseline="300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*</a:t>
                      </a:r>
                      <a:endParaRPr lang="ko-KR" altLang="en-US" sz="1600" b="0" spc="-100" baseline="300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COSOLUS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대비</a:t>
                      </a:r>
                      <a:endParaRPr lang="en-US" altLang="ko-KR" sz="16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u="sng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10% </a:t>
                      </a:r>
                      <a:r>
                        <a:rPr lang="ko-KR" altLang="en-US" sz="1600" b="0" u="sng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이상 추가 첨가제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COSOLUS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대비</a:t>
                      </a:r>
                      <a:endParaRPr lang="en-US" altLang="ko-KR" sz="16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u="sng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5% </a:t>
                      </a:r>
                      <a:r>
                        <a:rPr lang="ko-KR" altLang="en-US" sz="1600" b="0" u="sng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이상 추가 첨가제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310163"/>
                  </a:ext>
                </a:extLst>
              </a:tr>
            </a:tbl>
          </a:graphicData>
        </a:graphic>
      </p:graphicFrame>
      <p:grpSp>
        <p:nvGrpSpPr>
          <p:cNvPr id="488" name="그래픽 64">
            <a:extLst>
              <a:ext uri="{FF2B5EF4-FFF2-40B4-BE49-F238E27FC236}">
                <a16:creationId xmlns:a16="http://schemas.microsoft.com/office/drawing/2014/main" id="{8AFC4B99-1492-D6EA-1FAB-B4EE883654E3}"/>
              </a:ext>
            </a:extLst>
          </p:cNvPr>
          <p:cNvGrpSpPr/>
          <p:nvPr/>
        </p:nvGrpSpPr>
        <p:grpSpPr>
          <a:xfrm>
            <a:off x="442489" y="294939"/>
            <a:ext cx="1093353" cy="166691"/>
            <a:chOff x="0" y="0"/>
            <a:chExt cx="1093351" cy="166689"/>
          </a:xfrm>
        </p:grpSpPr>
        <p:sp>
          <p:nvSpPr>
            <p:cNvPr id="481" name="자유형: 도형 76">
              <a:extLst>
                <a:ext uri="{FF2B5EF4-FFF2-40B4-BE49-F238E27FC236}">
                  <a16:creationId xmlns:a16="http://schemas.microsoft.com/office/drawing/2014/main" id="{E0C996F9-3371-8D3F-2F01-42EC001A057D}"/>
                </a:ext>
              </a:extLst>
            </p:cNvPr>
            <p:cNvSpPr/>
            <p:nvPr/>
          </p:nvSpPr>
          <p:spPr>
            <a:xfrm>
              <a:off x="357283" y="1"/>
              <a:ext cx="118583" cy="166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5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7" y="20921"/>
                  </a:cubicBezTo>
                  <a:cubicBezTo>
                    <a:pt x="12340" y="20944"/>
                    <a:pt x="13592" y="20745"/>
                    <a:pt x="14723" y="20341"/>
                  </a:cubicBezTo>
                  <a:cubicBezTo>
                    <a:pt x="15880" y="20004"/>
                    <a:pt x="16892" y="19454"/>
                    <a:pt x="17655" y="18748"/>
                  </a:cubicBezTo>
                  <a:cubicBezTo>
                    <a:pt x="18349" y="18096"/>
                    <a:pt x="18722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8"/>
                  </a:cubicBezTo>
                  <a:cubicBezTo>
                    <a:pt x="14505" y="12643"/>
                    <a:pt x="13123" y="12176"/>
                    <a:pt x="11320" y="11617"/>
                  </a:cubicBezTo>
                  <a:lnTo>
                    <a:pt x="10059" y="11232"/>
                  </a:lnTo>
                  <a:cubicBezTo>
                    <a:pt x="7594" y="10459"/>
                    <a:pt x="5707" y="9815"/>
                    <a:pt x="4400" y="9300"/>
                  </a:cubicBezTo>
                  <a:cubicBezTo>
                    <a:pt x="3241" y="8870"/>
                    <a:pt x="2208" y="8286"/>
                    <a:pt x="1357" y="7578"/>
                  </a:cubicBezTo>
                  <a:cubicBezTo>
                    <a:pt x="627" y="6938"/>
                    <a:pt x="239" y="6133"/>
                    <a:pt x="263" y="5307"/>
                  </a:cubicBezTo>
                  <a:cubicBezTo>
                    <a:pt x="246" y="4289"/>
                    <a:pt x="743" y="3301"/>
                    <a:pt x="1662" y="2522"/>
                  </a:cubicBezTo>
                  <a:cubicBezTo>
                    <a:pt x="2655" y="1688"/>
                    <a:pt x="3928" y="1047"/>
                    <a:pt x="5362" y="659"/>
                  </a:cubicBezTo>
                  <a:cubicBezTo>
                    <a:pt x="7168" y="214"/>
                    <a:pt x="9066" y="-9"/>
                    <a:pt x="10977" y="0"/>
                  </a:cubicBezTo>
                  <a:cubicBezTo>
                    <a:pt x="12985" y="-6"/>
                    <a:pt x="14966" y="336"/>
                    <a:pt x="16748" y="997"/>
                  </a:cubicBezTo>
                  <a:cubicBezTo>
                    <a:pt x="18421" y="1571"/>
                    <a:pt x="19783" y="2521"/>
                    <a:pt x="20626" y="3701"/>
                  </a:cubicBezTo>
                  <a:lnTo>
                    <a:pt x="20040" y="4216"/>
                  </a:lnTo>
                  <a:cubicBezTo>
                    <a:pt x="19250" y="3073"/>
                    <a:pt x="17949" y="2150"/>
                    <a:pt x="16343" y="1593"/>
                  </a:cubicBezTo>
                  <a:cubicBezTo>
                    <a:pt x="14719" y="976"/>
                    <a:pt x="12911" y="650"/>
                    <a:pt x="11072" y="643"/>
                  </a:cubicBezTo>
                  <a:cubicBezTo>
                    <a:pt x="9674" y="628"/>
                    <a:pt x="8287" y="814"/>
                    <a:pt x="6991" y="1189"/>
                  </a:cubicBezTo>
                  <a:cubicBezTo>
                    <a:pt x="5875" y="1500"/>
                    <a:pt x="4894" y="2017"/>
                    <a:pt x="4149" y="2686"/>
                  </a:cubicBezTo>
                  <a:cubicBezTo>
                    <a:pt x="3489" y="3287"/>
                    <a:pt x="3131" y="4030"/>
                    <a:pt x="3135" y="4794"/>
                  </a:cubicBezTo>
                  <a:cubicBezTo>
                    <a:pt x="3105" y="5478"/>
                    <a:pt x="3408" y="6149"/>
                    <a:pt x="3991" y="6693"/>
                  </a:cubicBezTo>
                  <a:cubicBezTo>
                    <a:pt x="4619" y="7241"/>
                    <a:pt x="5393" y="7696"/>
                    <a:pt x="6269" y="8029"/>
                  </a:cubicBezTo>
                  <a:cubicBezTo>
                    <a:pt x="7639" y="8547"/>
                    <a:pt x="9047" y="9014"/>
                    <a:pt x="10484" y="9428"/>
                  </a:cubicBezTo>
                  <a:lnTo>
                    <a:pt x="12288" y="9974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1"/>
                    <a:pt x="21600" y="15043"/>
                    <a:pt x="21577" y="15897"/>
                  </a:cubicBezTo>
                  <a:cubicBezTo>
                    <a:pt x="21571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2" name="자유형: 도형 77">
              <a:extLst>
                <a:ext uri="{FF2B5EF4-FFF2-40B4-BE49-F238E27FC236}">
                  <a16:creationId xmlns:a16="http://schemas.microsoft.com/office/drawing/2014/main" id="{EBA947B4-BA67-F167-711B-DCCAE64DFCD0}"/>
                </a:ext>
              </a:extLst>
            </p:cNvPr>
            <p:cNvSpPr/>
            <p:nvPr/>
          </p:nvSpPr>
          <p:spPr>
            <a:xfrm>
              <a:off x="-1" y="-1"/>
              <a:ext cx="149075" cy="1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73" extrusionOk="0">
                  <a:moveTo>
                    <a:pt x="21584" y="17806"/>
                  </a:moveTo>
                  <a:cubicBezTo>
                    <a:pt x="20467" y="18987"/>
                    <a:pt x="19078" y="19937"/>
                    <a:pt x="17512" y="20591"/>
                  </a:cubicBezTo>
                  <a:cubicBezTo>
                    <a:pt x="15933" y="21249"/>
                    <a:pt x="14212" y="21584"/>
                    <a:pt x="12471" y="21573"/>
                  </a:cubicBezTo>
                  <a:cubicBezTo>
                    <a:pt x="10204" y="21587"/>
                    <a:pt x="7969" y="21089"/>
                    <a:pt x="5973" y="20124"/>
                  </a:cubicBezTo>
                  <a:cubicBezTo>
                    <a:pt x="4164" y="19178"/>
                    <a:pt x="2661" y="17824"/>
                    <a:pt x="1614" y="16197"/>
                  </a:cubicBezTo>
                  <a:cubicBezTo>
                    <a:pt x="542" y="14557"/>
                    <a:pt x="-16" y="12688"/>
                    <a:pt x="0" y="10787"/>
                  </a:cubicBezTo>
                  <a:cubicBezTo>
                    <a:pt x="-16" y="8886"/>
                    <a:pt x="542" y="7017"/>
                    <a:pt x="1615" y="5378"/>
                  </a:cubicBezTo>
                  <a:cubicBezTo>
                    <a:pt x="2662" y="3750"/>
                    <a:pt x="4165" y="2396"/>
                    <a:pt x="5974" y="1449"/>
                  </a:cubicBezTo>
                  <a:cubicBezTo>
                    <a:pt x="7970" y="485"/>
                    <a:pt x="10205" y="-13"/>
                    <a:pt x="12472" y="0"/>
                  </a:cubicBezTo>
                  <a:cubicBezTo>
                    <a:pt x="14108" y="-6"/>
                    <a:pt x="15726" y="296"/>
                    <a:pt x="17223" y="886"/>
                  </a:cubicBezTo>
                  <a:cubicBezTo>
                    <a:pt x="18723" y="1478"/>
                    <a:pt x="20072" y="2338"/>
                    <a:pt x="21190" y="3413"/>
                  </a:cubicBezTo>
                  <a:lnTo>
                    <a:pt x="20688" y="3863"/>
                  </a:lnTo>
                  <a:cubicBezTo>
                    <a:pt x="18577" y="1799"/>
                    <a:pt x="15594" y="630"/>
                    <a:pt x="12472" y="644"/>
                  </a:cubicBezTo>
                  <a:cubicBezTo>
                    <a:pt x="10644" y="633"/>
                    <a:pt x="8859" y="1146"/>
                    <a:pt x="7378" y="2108"/>
                  </a:cubicBezTo>
                  <a:cubicBezTo>
                    <a:pt x="5843" y="3089"/>
                    <a:pt x="4609" y="4402"/>
                    <a:pt x="3790" y="5924"/>
                  </a:cubicBezTo>
                  <a:cubicBezTo>
                    <a:pt x="2060" y="8993"/>
                    <a:pt x="2067" y="12619"/>
                    <a:pt x="3809" y="15682"/>
                  </a:cubicBezTo>
                  <a:cubicBezTo>
                    <a:pt x="4632" y="17197"/>
                    <a:pt x="5865" y="18502"/>
                    <a:pt x="7394" y="19480"/>
                  </a:cubicBezTo>
                  <a:cubicBezTo>
                    <a:pt x="8872" y="20434"/>
                    <a:pt x="10650" y="20941"/>
                    <a:pt x="12470" y="20928"/>
                  </a:cubicBezTo>
                  <a:cubicBezTo>
                    <a:pt x="15803" y="20966"/>
                    <a:pt x="18973" y="19639"/>
                    <a:pt x="21082" y="17323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3" name="자유형: 도형 78">
              <a:extLst>
                <a:ext uri="{FF2B5EF4-FFF2-40B4-BE49-F238E27FC236}">
                  <a16:creationId xmlns:a16="http://schemas.microsoft.com/office/drawing/2014/main" id="{6E4941F8-548A-7E5A-0D62-8F639106CED3}"/>
                </a:ext>
              </a:extLst>
            </p:cNvPr>
            <p:cNvSpPr/>
            <p:nvPr/>
          </p:nvSpPr>
          <p:spPr>
            <a:xfrm>
              <a:off x="166506" y="1"/>
              <a:ext cx="168633" cy="16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5" extrusionOk="0">
                  <a:moveTo>
                    <a:pt x="16294" y="1449"/>
                  </a:moveTo>
                  <a:cubicBezTo>
                    <a:pt x="17892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8"/>
                    <a:pt x="20146" y="16197"/>
                  </a:cubicBezTo>
                  <a:cubicBezTo>
                    <a:pt x="19219" y="17824"/>
                    <a:pt x="17892" y="19178"/>
                    <a:pt x="16293" y="20125"/>
                  </a:cubicBezTo>
                  <a:cubicBezTo>
                    <a:pt x="14696" y="21086"/>
                    <a:pt x="12872" y="21587"/>
                    <a:pt x="11016" y="21574"/>
                  </a:cubicBezTo>
                  <a:cubicBezTo>
                    <a:pt x="9014" y="21587"/>
                    <a:pt x="7041" y="21089"/>
                    <a:pt x="5278" y="20125"/>
                  </a:cubicBezTo>
                  <a:cubicBezTo>
                    <a:pt x="3680" y="19178"/>
                    <a:pt x="2352" y="17824"/>
                    <a:pt x="1426" y="16197"/>
                  </a:cubicBezTo>
                  <a:cubicBezTo>
                    <a:pt x="479" y="14558"/>
                    <a:pt x="-14" y="12688"/>
                    <a:pt x="0" y="10787"/>
                  </a:cubicBezTo>
                  <a:cubicBezTo>
                    <a:pt x="-14" y="8887"/>
                    <a:pt x="479" y="7017"/>
                    <a:pt x="1426" y="5378"/>
                  </a:cubicBezTo>
                  <a:cubicBezTo>
                    <a:pt x="2352" y="3750"/>
                    <a:pt x="3680" y="2396"/>
                    <a:pt x="5278" y="1449"/>
                  </a:cubicBezTo>
                  <a:cubicBezTo>
                    <a:pt x="7042" y="485"/>
                    <a:pt x="9015" y="-13"/>
                    <a:pt x="11017" y="0"/>
                  </a:cubicBezTo>
                  <a:cubicBezTo>
                    <a:pt x="12873" y="-13"/>
                    <a:pt x="14698" y="488"/>
                    <a:pt x="16295" y="1449"/>
                  </a:cubicBezTo>
                  <a:moveTo>
                    <a:pt x="6516" y="2108"/>
                  </a:moveTo>
                  <a:cubicBezTo>
                    <a:pt x="5160" y="3089"/>
                    <a:pt x="4070" y="4401"/>
                    <a:pt x="3346" y="5923"/>
                  </a:cubicBezTo>
                  <a:cubicBezTo>
                    <a:pt x="1818" y="8993"/>
                    <a:pt x="1824" y="12619"/>
                    <a:pt x="3362" y="15683"/>
                  </a:cubicBezTo>
                  <a:cubicBezTo>
                    <a:pt x="4090" y="17198"/>
                    <a:pt x="5180" y="18504"/>
                    <a:pt x="6532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1"/>
                  </a:cubicBezTo>
                  <a:cubicBezTo>
                    <a:pt x="16391" y="18503"/>
                    <a:pt x="17481" y="17197"/>
                    <a:pt x="18209" y="15682"/>
                  </a:cubicBezTo>
                  <a:cubicBezTo>
                    <a:pt x="19747" y="12618"/>
                    <a:pt x="19753" y="8992"/>
                    <a:pt x="18226" y="5923"/>
                  </a:cubicBezTo>
                  <a:cubicBezTo>
                    <a:pt x="17501" y="4401"/>
                    <a:pt x="16410" y="3089"/>
                    <a:pt x="15055" y="2108"/>
                  </a:cubicBezTo>
                  <a:cubicBezTo>
                    <a:pt x="13919" y="1155"/>
                    <a:pt x="12490" y="636"/>
                    <a:pt x="11017" y="644"/>
                  </a:cubicBezTo>
                  <a:cubicBezTo>
                    <a:pt x="9402" y="633"/>
                    <a:pt x="7825" y="1146"/>
                    <a:pt x="6516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4" name="자유형: 도형 79">
              <a:extLst>
                <a:ext uri="{FF2B5EF4-FFF2-40B4-BE49-F238E27FC236}">
                  <a16:creationId xmlns:a16="http://schemas.microsoft.com/office/drawing/2014/main" id="{0E2A9D7C-6973-CBF0-8BF4-837A02E1E159}"/>
                </a:ext>
              </a:extLst>
            </p:cNvPr>
            <p:cNvSpPr/>
            <p:nvPr/>
          </p:nvSpPr>
          <p:spPr>
            <a:xfrm>
              <a:off x="499224" y="-1"/>
              <a:ext cx="168657" cy="166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4" extrusionOk="0">
                  <a:moveTo>
                    <a:pt x="16294" y="1450"/>
                  </a:moveTo>
                  <a:cubicBezTo>
                    <a:pt x="17893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7"/>
                    <a:pt x="20146" y="16197"/>
                  </a:cubicBezTo>
                  <a:cubicBezTo>
                    <a:pt x="19220" y="17824"/>
                    <a:pt x="17893" y="19178"/>
                    <a:pt x="16294" y="20124"/>
                  </a:cubicBezTo>
                  <a:cubicBezTo>
                    <a:pt x="14697" y="21085"/>
                    <a:pt x="12873" y="21586"/>
                    <a:pt x="11017" y="21574"/>
                  </a:cubicBezTo>
                  <a:cubicBezTo>
                    <a:pt x="9014" y="21587"/>
                    <a:pt x="7040" y="21089"/>
                    <a:pt x="5276" y="20124"/>
                  </a:cubicBezTo>
                  <a:cubicBezTo>
                    <a:pt x="3678" y="19177"/>
                    <a:pt x="2351" y="17824"/>
                    <a:pt x="1426" y="16197"/>
                  </a:cubicBezTo>
                  <a:cubicBezTo>
                    <a:pt x="478" y="14557"/>
                    <a:pt x="-14" y="12688"/>
                    <a:pt x="0" y="10787"/>
                  </a:cubicBezTo>
                  <a:cubicBezTo>
                    <a:pt x="-14" y="8886"/>
                    <a:pt x="478" y="7017"/>
                    <a:pt x="1426" y="5377"/>
                  </a:cubicBezTo>
                  <a:cubicBezTo>
                    <a:pt x="2352" y="3750"/>
                    <a:pt x="3678" y="2397"/>
                    <a:pt x="5276" y="1450"/>
                  </a:cubicBezTo>
                  <a:cubicBezTo>
                    <a:pt x="7040" y="485"/>
                    <a:pt x="9015" y="-13"/>
                    <a:pt x="11018" y="0"/>
                  </a:cubicBezTo>
                  <a:cubicBezTo>
                    <a:pt x="12874" y="-12"/>
                    <a:pt x="14698" y="489"/>
                    <a:pt x="16295" y="1450"/>
                  </a:cubicBezTo>
                  <a:moveTo>
                    <a:pt x="6517" y="2108"/>
                  </a:moveTo>
                  <a:cubicBezTo>
                    <a:pt x="5162" y="3089"/>
                    <a:pt x="4071" y="4401"/>
                    <a:pt x="3347" y="5924"/>
                  </a:cubicBezTo>
                  <a:cubicBezTo>
                    <a:pt x="1819" y="8993"/>
                    <a:pt x="1826" y="12619"/>
                    <a:pt x="3363" y="15683"/>
                  </a:cubicBezTo>
                  <a:cubicBezTo>
                    <a:pt x="4091" y="17198"/>
                    <a:pt x="5181" y="18504"/>
                    <a:pt x="6533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2"/>
                  </a:cubicBezTo>
                  <a:cubicBezTo>
                    <a:pt x="16390" y="18504"/>
                    <a:pt x="17480" y="17198"/>
                    <a:pt x="18208" y="15683"/>
                  </a:cubicBezTo>
                  <a:cubicBezTo>
                    <a:pt x="19745" y="12619"/>
                    <a:pt x="19751" y="8993"/>
                    <a:pt x="18224" y="5924"/>
                  </a:cubicBezTo>
                  <a:cubicBezTo>
                    <a:pt x="17500" y="4402"/>
                    <a:pt x="16410" y="3089"/>
                    <a:pt x="15055" y="2108"/>
                  </a:cubicBezTo>
                  <a:cubicBezTo>
                    <a:pt x="13920" y="1155"/>
                    <a:pt x="12491" y="637"/>
                    <a:pt x="11018" y="645"/>
                  </a:cubicBezTo>
                  <a:cubicBezTo>
                    <a:pt x="9403" y="633"/>
                    <a:pt x="7826" y="1146"/>
                    <a:pt x="6517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5" name="자유형: 도형 80">
              <a:extLst>
                <a:ext uri="{FF2B5EF4-FFF2-40B4-BE49-F238E27FC236}">
                  <a16:creationId xmlns:a16="http://schemas.microsoft.com/office/drawing/2014/main" id="{7C409116-4117-6D36-6B39-E78FC9581F7B}"/>
                </a:ext>
              </a:extLst>
            </p:cNvPr>
            <p:cNvSpPr/>
            <p:nvPr/>
          </p:nvSpPr>
          <p:spPr>
            <a:xfrm>
              <a:off x="696933" y="1498"/>
              <a:ext cx="106736" cy="163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1" y="20943"/>
                  </a:moveTo>
                  <a:lnTo>
                    <a:pt x="21600" y="2094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6" name="자유형: 도형 81">
              <a:extLst>
                <a:ext uri="{FF2B5EF4-FFF2-40B4-BE49-F238E27FC236}">
                  <a16:creationId xmlns:a16="http://schemas.microsoft.com/office/drawing/2014/main" id="{5B5EA427-2FC8-737F-4B70-8B78C97D3A72}"/>
                </a:ext>
              </a:extLst>
            </p:cNvPr>
            <p:cNvSpPr/>
            <p:nvPr/>
          </p:nvSpPr>
          <p:spPr>
            <a:xfrm>
              <a:off x="818625" y="1491"/>
              <a:ext cx="128272" cy="165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33" extrusionOk="0">
                  <a:moveTo>
                    <a:pt x="20791" y="0"/>
                  </a:moveTo>
                  <a:lnTo>
                    <a:pt x="21584" y="0"/>
                  </a:lnTo>
                  <a:lnTo>
                    <a:pt x="21584" y="12610"/>
                  </a:lnTo>
                  <a:cubicBezTo>
                    <a:pt x="21600" y="14095"/>
                    <a:pt x="21253" y="15569"/>
                    <a:pt x="20562" y="16954"/>
                  </a:cubicBezTo>
                  <a:cubicBezTo>
                    <a:pt x="19885" y="18289"/>
                    <a:pt x="18709" y="19436"/>
                    <a:pt x="17184" y="20245"/>
                  </a:cubicBezTo>
                  <a:cubicBezTo>
                    <a:pt x="15368" y="21153"/>
                    <a:pt x="13233" y="21600"/>
                    <a:pt x="11076" y="21525"/>
                  </a:cubicBezTo>
                  <a:cubicBezTo>
                    <a:pt x="9679" y="21523"/>
                    <a:pt x="8286" y="21403"/>
                    <a:pt x="6922" y="21168"/>
                  </a:cubicBezTo>
                  <a:cubicBezTo>
                    <a:pt x="5616" y="20883"/>
                    <a:pt x="4415" y="20361"/>
                    <a:pt x="3419" y="19644"/>
                  </a:cubicBezTo>
                  <a:cubicBezTo>
                    <a:pt x="1139" y="18088"/>
                    <a:pt x="0" y="15690"/>
                    <a:pt x="0" y="12448"/>
                  </a:cubicBezTo>
                  <a:lnTo>
                    <a:pt x="0" y="0"/>
                  </a:lnTo>
                  <a:lnTo>
                    <a:pt x="2653" y="0"/>
                  </a:lnTo>
                  <a:lnTo>
                    <a:pt x="2653" y="13096"/>
                  </a:lnTo>
                  <a:cubicBezTo>
                    <a:pt x="2653" y="15733"/>
                    <a:pt x="3495" y="17689"/>
                    <a:pt x="5180" y="18963"/>
                  </a:cubicBezTo>
                  <a:cubicBezTo>
                    <a:pt x="6933" y="20261"/>
                    <a:pt x="9288" y="20951"/>
                    <a:pt x="11706" y="20877"/>
                  </a:cubicBezTo>
                  <a:cubicBezTo>
                    <a:pt x="13499" y="20924"/>
                    <a:pt x="15266" y="20527"/>
                    <a:pt x="16751" y="19742"/>
                  </a:cubicBezTo>
                  <a:cubicBezTo>
                    <a:pt x="18115" y="18984"/>
                    <a:pt x="19171" y="17938"/>
                    <a:pt x="19794" y="16727"/>
                  </a:cubicBezTo>
                  <a:cubicBezTo>
                    <a:pt x="20475" y="15420"/>
                    <a:pt x="20815" y="14021"/>
                    <a:pt x="20795" y="12610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7" name="자유형: 도형 82">
              <a:extLst>
                <a:ext uri="{FF2B5EF4-FFF2-40B4-BE49-F238E27FC236}">
                  <a16:creationId xmlns:a16="http://schemas.microsoft.com/office/drawing/2014/main" id="{C6B3373A-5E26-7115-6B6A-DCC6A3B257F1}"/>
                </a:ext>
              </a:extLst>
            </p:cNvPr>
            <p:cNvSpPr/>
            <p:nvPr/>
          </p:nvSpPr>
          <p:spPr>
            <a:xfrm>
              <a:off x="974769" y="-1"/>
              <a:ext cx="118583" cy="166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6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6" y="20921"/>
                  </a:cubicBezTo>
                  <a:cubicBezTo>
                    <a:pt x="12340" y="20944"/>
                    <a:pt x="13592" y="20745"/>
                    <a:pt x="14722" y="20341"/>
                  </a:cubicBezTo>
                  <a:cubicBezTo>
                    <a:pt x="15879" y="20004"/>
                    <a:pt x="16891" y="19454"/>
                    <a:pt x="17654" y="18748"/>
                  </a:cubicBezTo>
                  <a:cubicBezTo>
                    <a:pt x="18349" y="18096"/>
                    <a:pt x="18721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9"/>
                  </a:cubicBezTo>
                  <a:cubicBezTo>
                    <a:pt x="14505" y="12643"/>
                    <a:pt x="13123" y="12176"/>
                    <a:pt x="11320" y="11618"/>
                  </a:cubicBezTo>
                  <a:lnTo>
                    <a:pt x="10059" y="11232"/>
                  </a:lnTo>
                  <a:cubicBezTo>
                    <a:pt x="7594" y="10459"/>
                    <a:pt x="5707" y="9816"/>
                    <a:pt x="4400" y="9300"/>
                  </a:cubicBezTo>
                  <a:cubicBezTo>
                    <a:pt x="3241" y="8870"/>
                    <a:pt x="2208" y="8286"/>
                    <a:pt x="1357" y="7579"/>
                  </a:cubicBezTo>
                  <a:cubicBezTo>
                    <a:pt x="631" y="6938"/>
                    <a:pt x="247" y="6133"/>
                    <a:pt x="274" y="5309"/>
                  </a:cubicBezTo>
                  <a:cubicBezTo>
                    <a:pt x="257" y="4291"/>
                    <a:pt x="753" y="3303"/>
                    <a:pt x="1673" y="2524"/>
                  </a:cubicBezTo>
                  <a:cubicBezTo>
                    <a:pt x="2663" y="1691"/>
                    <a:pt x="3932" y="1049"/>
                    <a:pt x="5362" y="660"/>
                  </a:cubicBezTo>
                  <a:cubicBezTo>
                    <a:pt x="7169" y="214"/>
                    <a:pt x="9069" y="-9"/>
                    <a:pt x="10982" y="0"/>
                  </a:cubicBezTo>
                  <a:cubicBezTo>
                    <a:pt x="12990" y="-6"/>
                    <a:pt x="14971" y="337"/>
                    <a:pt x="16753" y="998"/>
                  </a:cubicBezTo>
                  <a:cubicBezTo>
                    <a:pt x="18425" y="1571"/>
                    <a:pt x="19787" y="2521"/>
                    <a:pt x="20630" y="3701"/>
                  </a:cubicBezTo>
                  <a:lnTo>
                    <a:pt x="20044" y="4216"/>
                  </a:lnTo>
                  <a:cubicBezTo>
                    <a:pt x="19254" y="3073"/>
                    <a:pt x="17953" y="2150"/>
                    <a:pt x="16347" y="1593"/>
                  </a:cubicBezTo>
                  <a:cubicBezTo>
                    <a:pt x="14722" y="976"/>
                    <a:pt x="12912" y="650"/>
                    <a:pt x="11072" y="643"/>
                  </a:cubicBezTo>
                  <a:cubicBezTo>
                    <a:pt x="9674" y="629"/>
                    <a:pt x="8287" y="815"/>
                    <a:pt x="6991" y="1190"/>
                  </a:cubicBezTo>
                  <a:cubicBezTo>
                    <a:pt x="5875" y="1501"/>
                    <a:pt x="4894" y="2017"/>
                    <a:pt x="4149" y="2687"/>
                  </a:cubicBezTo>
                  <a:cubicBezTo>
                    <a:pt x="3488" y="3288"/>
                    <a:pt x="3131" y="4030"/>
                    <a:pt x="3135" y="4794"/>
                  </a:cubicBezTo>
                  <a:cubicBezTo>
                    <a:pt x="3105" y="5479"/>
                    <a:pt x="3408" y="6149"/>
                    <a:pt x="3991" y="6693"/>
                  </a:cubicBezTo>
                  <a:cubicBezTo>
                    <a:pt x="4619" y="7242"/>
                    <a:pt x="5393" y="7696"/>
                    <a:pt x="6269" y="8029"/>
                  </a:cubicBezTo>
                  <a:cubicBezTo>
                    <a:pt x="7640" y="8547"/>
                    <a:pt x="9046" y="9014"/>
                    <a:pt x="10484" y="9428"/>
                  </a:cubicBezTo>
                  <a:lnTo>
                    <a:pt x="12288" y="9975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2"/>
                    <a:pt x="21600" y="15043"/>
                    <a:pt x="21577" y="15897"/>
                  </a:cubicBezTo>
                  <a:cubicBezTo>
                    <a:pt x="21570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</p:grpSp>
      <p:sp>
        <p:nvSpPr>
          <p:cNvPr id="489" name="직사각형 66">
            <a:extLst>
              <a:ext uri="{FF2B5EF4-FFF2-40B4-BE49-F238E27FC236}">
                <a16:creationId xmlns:a16="http://schemas.microsoft.com/office/drawing/2014/main" id="{BD961D7F-EB7B-BB04-40C7-D6A529D864CD}"/>
              </a:ext>
            </a:extLst>
          </p:cNvPr>
          <p:cNvSpPr/>
          <p:nvPr/>
        </p:nvSpPr>
        <p:spPr>
          <a:xfrm>
            <a:off x="-3" y="-2"/>
            <a:ext cx="132084" cy="1308101"/>
          </a:xfrm>
          <a:prstGeom prst="rect">
            <a:avLst/>
          </a:prstGeom>
          <a:solidFill>
            <a:srgbClr val="294F5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0" name="직사각형 67">
            <a:extLst>
              <a:ext uri="{FF2B5EF4-FFF2-40B4-BE49-F238E27FC236}">
                <a16:creationId xmlns:a16="http://schemas.microsoft.com/office/drawing/2014/main" id="{E3916087-362B-A488-E451-42FE9180C4EF}"/>
              </a:ext>
            </a:extLst>
          </p:cNvPr>
          <p:cNvSpPr/>
          <p:nvPr/>
        </p:nvSpPr>
        <p:spPr>
          <a:xfrm>
            <a:off x="-15243" y="1306415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1" name="직선 연결선 68">
            <a:extLst>
              <a:ext uri="{FF2B5EF4-FFF2-40B4-BE49-F238E27FC236}">
                <a16:creationId xmlns:a16="http://schemas.microsoft.com/office/drawing/2014/main" id="{517FDDA3-5DA1-C646-ED68-ADE5A2EDB0CA}"/>
              </a:ext>
            </a:extLst>
          </p:cNvPr>
          <p:cNvSpPr/>
          <p:nvPr/>
        </p:nvSpPr>
        <p:spPr>
          <a:xfrm>
            <a:off x="396240" y="548640"/>
            <a:ext cx="11795761" cy="1"/>
          </a:xfrm>
          <a:prstGeom prst="line">
            <a:avLst/>
          </a:prstGeom>
          <a:ln w="6350">
            <a:solidFill>
              <a:srgbClr val="47868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3" name="TextBox 2">
            <a:extLst>
              <a:ext uri="{FF2B5EF4-FFF2-40B4-BE49-F238E27FC236}">
                <a16:creationId xmlns:a16="http://schemas.microsoft.com/office/drawing/2014/main" id="{0AC28DDD-B108-8AD0-9B5C-72824F7F4181}"/>
              </a:ext>
            </a:extLst>
          </p:cNvPr>
          <p:cNvSpPr txBox="1"/>
          <p:nvPr/>
        </p:nvSpPr>
        <p:spPr>
          <a:xfrm>
            <a:off x="9480707" y="225474"/>
            <a:ext cx="258785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478689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pPr>
            <a:r>
              <a:rPr lang="en-US" altLang="ko-KR" dirty="0"/>
              <a:t>We promise tomorrow</a:t>
            </a:r>
          </a:p>
        </p:txBody>
      </p:sp>
      <p:sp>
        <p:nvSpPr>
          <p:cNvPr id="3" name="TextBox 71">
            <a:extLst>
              <a:ext uri="{FF2B5EF4-FFF2-40B4-BE49-F238E27FC236}">
                <a16:creationId xmlns:a16="http://schemas.microsoft.com/office/drawing/2014/main" id="{B2FD11EB-B276-8438-B315-479F55323AC4}"/>
              </a:ext>
            </a:extLst>
          </p:cNvPr>
          <p:cNvSpPr txBox="1"/>
          <p:nvPr/>
        </p:nvSpPr>
        <p:spPr>
          <a:xfrm>
            <a:off x="446746" y="616129"/>
            <a:ext cx="827150" cy="18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lang="en-US" altLang="ko-KR" dirty="0"/>
              <a:t>Technology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35E77F1A-C1A0-E1F4-7189-F69485B59196}"/>
              </a:ext>
            </a:extLst>
          </p:cNvPr>
          <p:cNvSpPr txBox="1"/>
          <p:nvPr/>
        </p:nvSpPr>
        <p:spPr>
          <a:xfrm>
            <a:off x="396240" y="792581"/>
            <a:ext cx="8019183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핵심기술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– [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솔루션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1-1] 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고성능 </a:t>
            </a:r>
            <a:r>
              <a:rPr lang="ko-KR" altLang="en-US" sz="28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추출제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(1.5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세대 화학소재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53416BB4-E4EE-D16F-7218-9A916494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3982"/>
            <a:ext cx="2743200" cy="365125"/>
          </a:xfrm>
        </p:spPr>
        <p:txBody>
          <a:bodyPr/>
          <a:lstStyle/>
          <a:p>
            <a:fld id="{37ED9AAF-E0B1-45D5-BDDA-4E50A2DB2EEA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BF3EA4-B648-1E86-2391-3A6E15CBD4C1}"/>
              </a:ext>
            </a:extLst>
          </p:cNvPr>
          <p:cNvSpPr txBox="1"/>
          <p:nvPr/>
        </p:nvSpPr>
        <p:spPr>
          <a:xfrm>
            <a:off x="389055" y="6325482"/>
            <a:ext cx="23427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aseline="30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블랙매스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톤당 첨가제 사용량</a:t>
            </a:r>
          </a:p>
        </p:txBody>
      </p:sp>
      <p:grpSp>
        <p:nvGrpSpPr>
          <p:cNvPr id="469" name="그룹 468">
            <a:extLst>
              <a:ext uri="{FF2B5EF4-FFF2-40B4-BE49-F238E27FC236}">
                <a16:creationId xmlns:a16="http://schemas.microsoft.com/office/drawing/2014/main" id="{64F6349D-8171-3DBF-A655-BC32503B41E1}"/>
              </a:ext>
            </a:extLst>
          </p:cNvPr>
          <p:cNvGrpSpPr/>
          <p:nvPr/>
        </p:nvGrpSpPr>
        <p:grpSpPr>
          <a:xfrm>
            <a:off x="8952907" y="2811262"/>
            <a:ext cx="2906704" cy="1878669"/>
            <a:chOff x="7648138" y="7918958"/>
            <a:chExt cx="2551167" cy="1648877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DC40B0D5-ED89-EAC2-498E-2A1107CAEAEA}"/>
                </a:ext>
              </a:extLst>
            </p:cNvPr>
            <p:cNvGrpSpPr/>
            <p:nvPr/>
          </p:nvGrpSpPr>
          <p:grpSpPr>
            <a:xfrm>
              <a:off x="7648138" y="7918958"/>
              <a:ext cx="2551167" cy="1648877"/>
              <a:chOff x="7275673" y="2636448"/>
              <a:chExt cx="4251954" cy="2748134"/>
            </a:xfrm>
          </p:grpSpPr>
          <p:pic>
            <p:nvPicPr>
              <p:cNvPr id="465" name="그림 464">
                <a:extLst>
                  <a:ext uri="{FF2B5EF4-FFF2-40B4-BE49-F238E27FC236}">
                    <a16:creationId xmlns:a16="http://schemas.microsoft.com/office/drawing/2014/main" id="{228CD175-7822-AC75-D422-8A827DFD4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6" r="73159"/>
              <a:stretch>
                <a:fillRect/>
              </a:stretch>
            </p:blipFill>
            <p:spPr>
              <a:xfrm>
                <a:off x="7275673" y="2636448"/>
                <a:ext cx="2038766" cy="2748134"/>
              </a:xfrm>
              <a:prstGeom prst="rect">
                <a:avLst/>
              </a:prstGeom>
            </p:spPr>
          </p:pic>
          <p:pic>
            <p:nvPicPr>
              <p:cNvPr id="466" name="그림 465">
                <a:extLst>
                  <a:ext uri="{FF2B5EF4-FFF2-40B4-BE49-F238E27FC236}">
                    <a16:creationId xmlns:a16="http://schemas.microsoft.com/office/drawing/2014/main" id="{ED0B5F96-9FDC-1B52-5480-167625CCE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873" r="36532" b="2174"/>
              <a:stretch>
                <a:fillRect/>
              </a:stretch>
            </p:blipFill>
            <p:spPr>
              <a:xfrm>
                <a:off x="9569761" y="2636448"/>
                <a:ext cx="1957866" cy="2748132"/>
              </a:xfrm>
              <a:prstGeom prst="rect">
                <a:avLst/>
              </a:prstGeom>
            </p:spPr>
          </p:pic>
          <p:sp>
            <p:nvSpPr>
              <p:cNvPr id="467" name="화살표: 오른쪽 466">
                <a:extLst>
                  <a:ext uri="{FF2B5EF4-FFF2-40B4-BE49-F238E27FC236}">
                    <a16:creationId xmlns:a16="http://schemas.microsoft.com/office/drawing/2014/main" id="{96F6F118-AC5B-EE86-1428-AAE95DC81FFF}"/>
                  </a:ext>
                </a:extLst>
              </p:cNvPr>
              <p:cNvSpPr/>
              <p:nvPr/>
            </p:nvSpPr>
            <p:spPr>
              <a:xfrm>
                <a:off x="9185455" y="3890515"/>
                <a:ext cx="492003" cy="330726"/>
              </a:xfrm>
              <a:prstGeom prst="rightArrow">
                <a:avLst/>
              </a:prstGeom>
              <a:solidFill>
                <a:srgbClr val="03444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48" name="그룹 447">
              <a:extLst>
                <a:ext uri="{FF2B5EF4-FFF2-40B4-BE49-F238E27FC236}">
                  <a16:creationId xmlns:a16="http://schemas.microsoft.com/office/drawing/2014/main" id="{2891A6A3-44A1-A2D6-06B9-5AA47B4E28EB}"/>
                </a:ext>
              </a:extLst>
            </p:cNvPr>
            <p:cNvGrpSpPr/>
            <p:nvPr/>
          </p:nvGrpSpPr>
          <p:grpSpPr>
            <a:xfrm>
              <a:off x="10030066" y="8948430"/>
              <a:ext cx="43200" cy="192926"/>
              <a:chOff x="11550014" y="3945869"/>
              <a:chExt cx="72000" cy="397323"/>
            </a:xfrm>
          </p:grpSpPr>
          <p:cxnSp>
            <p:nvCxnSpPr>
              <p:cNvPr id="463" name="직선 연결선 462">
                <a:extLst>
                  <a:ext uri="{FF2B5EF4-FFF2-40B4-BE49-F238E27FC236}">
                    <a16:creationId xmlns:a16="http://schemas.microsoft.com/office/drawing/2014/main" id="{7508D382-A9FA-9859-B70C-A967B1888934}"/>
                  </a:ext>
                </a:extLst>
              </p:cNvPr>
              <p:cNvCxnSpPr/>
              <p:nvPr/>
            </p:nvCxnSpPr>
            <p:spPr>
              <a:xfrm>
                <a:off x="11550014" y="3945869"/>
                <a:ext cx="72000" cy="0"/>
              </a:xfrm>
              <a:prstGeom prst="line">
                <a:avLst/>
              </a:prstGeom>
              <a:ln w="28575">
                <a:solidFill>
                  <a:srgbClr val="3333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직선 연결선 463">
                <a:extLst>
                  <a:ext uri="{FF2B5EF4-FFF2-40B4-BE49-F238E27FC236}">
                    <a16:creationId xmlns:a16="http://schemas.microsoft.com/office/drawing/2014/main" id="{A7E5F908-F696-A7E6-6309-5B176D9D4849}"/>
                  </a:ext>
                </a:extLst>
              </p:cNvPr>
              <p:cNvCxnSpPr/>
              <p:nvPr/>
            </p:nvCxnSpPr>
            <p:spPr>
              <a:xfrm>
                <a:off x="11550014" y="4343192"/>
                <a:ext cx="72000" cy="0"/>
              </a:xfrm>
              <a:prstGeom prst="line">
                <a:avLst/>
              </a:prstGeom>
              <a:ln w="28575">
                <a:solidFill>
                  <a:srgbClr val="3333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2" name="직선 연결선 451">
              <a:extLst>
                <a:ext uri="{FF2B5EF4-FFF2-40B4-BE49-F238E27FC236}">
                  <a16:creationId xmlns:a16="http://schemas.microsoft.com/office/drawing/2014/main" id="{B61B5C95-961D-783D-8248-5AF0BA608777}"/>
                </a:ext>
              </a:extLst>
            </p:cNvPr>
            <p:cNvCxnSpPr>
              <a:cxnSpLocks/>
            </p:cNvCxnSpPr>
            <p:nvPr/>
          </p:nvCxnSpPr>
          <p:spPr>
            <a:xfrm>
              <a:off x="10073266" y="8938040"/>
              <a:ext cx="0" cy="214976"/>
            </a:xfrm>
            <a:prstGeom prst="line">
              <a:avLst/>
            </a:prstGeom>
            <a:ln w="28575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E8E9F11-00D0-806B-A8AB-D8AAE8FCC0CF}"/>
              </a:ext>
            </a:extLst>
          </p:cNvPr>
          <p:cNvGrpSpPr/>
          <p:nvPr/>
        </p:nvGrpSpPr>
        <p:grpSpPr>
          <a:xfrm>
            <a:off x="5577551" y="2833948"/>
            <a:ext cx="2789701" cy="1819550"/>
            <a:chOff x="2218556" y="2389280"/>
            <a:chExt cx="2448475" cy="1648876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3FF638EB-8958-87D1-9262-009F024ED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5305" t="2170" b="2170"/>
            <a:stretch>
              <a:fillRect/>
            </a:stretch>
          </p:blipFill>
          <p:spPr>
            <a:xfrm>
              <a:off x="2218556" y="2389280"/>
              <a:ext cx="1179868" cy="1648876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169BDB5-00E9-3F60-B8EE-003A2D35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0115" t="6737" r="6340" b="2808"/>
            <a:stretch>
              <a:fillRect/>
            </a:stretch>
          </p:blipFill>
          <p:spPr>
            <a:xfrm>
              <a:off x="3487163" y="2389280"/>
              <a:ext cx="1179868" cy="1648876"/>
            </a:xfrm>
            <a:prstGeom prst="rect">
              <a:avLst/>
            </a:prstGeom>
          </p:spPr>
        </p:pic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F94D4785-B896-CA7D-FCBE-2A922434FA67}"/>
                </a:ext>
              </a:extLst>
            </p:cNvPr>
            <p:cNvSpPr/>
            <p:nvPr/>
          </p:nvSpPr>
          <p:spPr>
            <a:xfrm>
              <a:off x="3295194" y="3118243"/>
              <a:ext cx="295201" cy="198435"/>
            </a:xfrm>
            <a:prstGeom prst="rightArrow">
              <a:avLst/>
            </a:prstGeom>
            <a:solidFill>
              <a:srgbClr val="0344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7FD4679B-3D19-482A-662A-FE94AA1C76A6}"/>
                </a:ext>
              </a:extLst>
            </p:cNvPr>
            <p:cNvCxnSpPr/>
            <p:nvPr/>
          </p:nvCxnSpPr>
          <p:spPr>
            <a:xfrm>
              <a:off x="4519923" y="3457456"/>
              <a:ext cx="43200" cy="0"/>
            </a:xfrm>
            <a:prstGeom prst="line">
              <a:avLst/>
            </a:prstGeom>
            <a:ln w="28575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5F67B70-8EDA-FAB2-0644-DAC8EA9B111E}"/>
                </a:ext>
              </a:extLst>
            </p:cNvPr>
            <p:cNvCxnSpPr/>
            <p:nvPr/>
          </p:nvCxnSpPr>
          <p:spPr>
            <a:xfrm>
              <a:off x="4519923" y="3957018"/>
              <a:ext cx="43200" cy="0"/>
            </a:xfrm>
            <a:prstGeom prst="line">
              <a:avLst/>
            </a:prstGeom>
            <a:ln w="28575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C16ECF41-2BDE-F175-F9A2-49C87FD628CD}"/>
                </a:ext>
              </a:extLst>
            </p:cNvPr>
            <p:cNvCxnSpPr>
              <a:cxnSpLocks/>
            </p:cNvCxnSpPr>
            <p:nvPr/>
          </p:nvCxnSpPr>
          <p:spPr>
            <a:xfrm>
              <a:off x="4573238" y="3445756"/>
              <a:ext cx="0" cy="521554"/>
            </a:xfrm>
            <a:prstGeom prst="line">
              <a:avLst/>
            </a:prstGeom>
            <a:ln w="28575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4" name="그룹 523">
            <a:extLst>
              <a:ext uri="{FF2B5EF4-FFF2-40B4-BE49-F238E27FC236}">
                <a16:creationId xmlns:a16="http://schemas.microsoft.com/office/drawing/2014/main" id="{98B85798-C407-5D60-00A6-BA9428D5F6BB}"/>
              </a:ext>
            </a:extLst>
          </p:cNvPr>
          <p:cNvGrpSpPr/>
          <p:nvPr/>
        </p:nvGrpSpPr>
        <p:grpSpPr>
          <a:xfrm>
            <a:off x="389055" y="1284567"/>
            <a:ext cx="11426799" cy="512102"/>
            <a:chOff x="396238" y="1514858"/>
            <a:chExt cx="4903349" cy="512102"/>
          </a:xfrm>
        </p:grpSpPr>
        <p:grpSp>
          <p:nvGrpSpPr>
            <p:cNvPr id="525" name="그룹 524">
              <a:extLst>
                <a:ext uri="{FF2B5EF4-FFF2-40B4-BE49-F238E27FC236}">
                  <a16:creationId xmlns:a16="http://schemas.microsoft.com/office/drawing/2014/main" id="{6406A77D-BBC9-5EE2-D854-DA85DF8F7B90}"/>
                </a:ext>
              </a:extLst>
            </p:cNvPr>
            <p:cNvGrpSpPr/>
            <p:nvPr/>
          </p:nvGrpSpPr>
          <p:grpSpPr>
            <a:xfrm>
              <a:off x="396238" y="1514858"/>
              <a:ext cx="4903349" cy="512102"/>
              <a:chOff x="396238" y="1514858"/>
              <a:chExt cx="5520376" cy="512102"/>
            </a:xfrm>
          </p:grpSpPr>
          <p:grpSp>
            <p:nvGrpSpPr>
              <p:cNvPr id="527" name="사각형: 둥근 모서리 41">
                <a:extLst>
                  <a:ext uri="{FF2B5EF4-FFF2-40B4-BE49-F238E27FC236}">
                    <a16:creationId xmlns:a16="http://schemas.microsoft.com/office/drawing/2014/main" id="{44D686CD-E068-16CC-EB0B-4902AE9D9DC0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530" name="직사각형">
                  <a:extLst>
                    <a:ext uri="{FF2B5EF4-FFF2-40B4-BE49-F238E27FC236}">
                      <a16:creationId xmlns:a16="http://schemas.microsoft.com/office/drawing/2014/main" id="{87673855-E41D-7040-7DD4-618EB2BE50C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/>
                </a:p>
              </p:txBody>
            </p:sp>
            <p:sp>
              <p:nvSpPr>
                <p:cNvPr id="531" name="2023년 글로벌 전기차 1406.1만대 판매…">
                  <a:extLst>
                    <a:ext uri="{FF2B5EF4-FFF2-40B4-BE49-F238E27FC236}">
                      <a16:creationId xmlns:a16="http://schemas.microsoft.com/office/drawing/2014/main" id="{0D3F9028-BD96-EECA-CFD2-51CCF6A925B4}"/>
                    </a:ext>
                  </a:extLst>
                </p:cNvPr>
                <p:cNvSpPr txBox="1"/>
                <p:nvPr/>
              </p:nvSpPr>
              <p:spPr>
                <a:xfrm>
                  <a:off x="45720" y="111570"/>
                  <a:ext cx="5428934" cy="2846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14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528" name="직선 연결선 43">
                <a:extLst>
                  <a:ext uri="{FF2B5EF4-FFF2-40B4-BE49-F238E27FC236}">
                    <a16:creationId xmlns:a16="http://schemas.microsoft.com/office/drawing/2014/main" id="{5947FD63-69CD-4519-515A-A1A3B814B4C1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/>
              </a:p>
            </p:txBody>
          </p:sp>
          <p:sp>
            <p:nvSpPr>
              <p:cNvPr id="529" name="직선 연결선 44">
                <a:extLst>
                  <a:ext uri="{FF2B5EF4-FFF2-40B4-BE49-F238E27FC236}">
                    <a16:creationId xmlns:a16="http://schemas.microsoft.com/office/drawing/2014/main" id="{B34A80DA-36DC-92FA-B7D6-C4B32A8CAAE0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/>
              </a:p>
            </p:txBody>
          </p:sp>
        </p:grpSp>
        <p:sp>
          <p:nvSpPr>
            <p:cNvPr id="526" name="양극재 배터리 수요">
              <a:extLst>
                <a:ext uri="{FF2B5EF4-FFF2-40B4-BE49-F238E27FC236}">
                  <a16:creationId xmlns:a16="http://schemas.microsoft.com/office/drawing/2014/main" id="{E62C3262-0189-EB0B-0056-973ECA6B66E3}"/>
                </a:ext>
              </a:extLst>
            </p:cNvPr>
            <p:cNvSpPr txBox="1"/>
            <p:nvPr/>
          </p:nvSpPr>
          <p:spPr>
            <a:xfrm>
              <a:off x="530024" y="1568719"/>
              <a:ext cx="4635775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sz="2000" dirty="0"/>
                <a:t>COSOLUS </a:t>
              </a:r>
              <a:r>
                <a:rPr lang="ko-KR" altLang="en-US" sz="2000" dirty="0"/>
                <a:t>화학구조 설계 및 정제 기술 </a:t>
              </a:r>
              <a:r>
                <a:rPr lang="en-US" altLang="ko-KR" sz="2000" dirty="0">
                  <a:sym typeface="Wingdings" panose="05000000000000000000" pitchFamily="2" charset="2"/>
                </a:rPr>
                <a:t> </a:t>
              </a:r>
              <a:r>
                <a:rPr lang="ko-KR" altLang="en-US" sz="2000" dirty="0"/>
                <a:t> 공정시간 단축 및 첨가제 사용량 저감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0F2C216-9BB0-CD0B-EB57-2453CD8A2B84}"/>
              </a:ext>
            </a:extLst>
          </p:cNvPr>
          <p:cNvGrpSpPr/>
          <p:nvPr/>
        </p:nvGrpSpPr>
        <p:grpSpPr>
          <a:xfrm>
            <a:off x="2134218" y="2782502"/>
            <a:ext cx="2965838" cy="2240145"/>
            <a:chOff x="12528656" y="958712"/>
            <a:chExt cx="2603068" cy="2028075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A9D82A7-4028-52D7-A4DC-DE7744369221}"/>
                </a:ext>
              </a:extLst>
            </p:cNvPr>
            <p:cNvGrpSpPr/>
            <p:nvPr/>
          </p:nvGrpSpPr>
          <p:grpSpPr>
            <a:xfrm>
              <a:off x="12528656" y="958712"/>
              <a:ext cx="2603068" cy="1648881"/>
              <a:chOff x="2714401" y="2636448"/>
              <a:chExt cx="4338441" cy="2748132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E7886560-81AD-94D1-BEA6-976438E55C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6929" t="809" r="36694" b="3196"/>
              <a:stretch>
                <a:fillRect/>
              </a:stretch>
            </p:blipFill>
            <p:spPr>
              <a:xfrm>
                <a:off x="2714401" y="2636448"/>
                <a:ext cx="2093044" cy="2748132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81E255B6-5BE0-F596-615C-D94A9AE491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35731" t="5550" r="39208" b="3044"/>
              <a:stretch>
                <a:fillRect/>
              </a:stretch>
            </p:blipFill>
            <p:spPr>
              <a:xfrm>
                <a:off x="4981584" y="2636448"/>
                <a:ext cx="2071258" cy="2748132"/>
              </a:xfrm>
              <a:prstGeom prst="rect">
                <a:avLst/>
              </a:prstGeom>
            </p:spPr>
          </p:pic>
          <p:sp>
            <p:nvSpPr>
              <p:cNvPr id="16" name="화살표: 오른쪽 15">
                <a:extLst>
                  <a:ext uri="{FF2B5EF4-FFF2-40B4-BE49-F238E27FC236}">
                    <a16:creationId xmlns:a16="http://schemas.microsoft.com/office/drawing/2014/main" id="{E76A147C-50FA-8225-1DC4-5E5D17A354A3}"/>
                  </a:ext>
                </a:extLst>
              </p:cNvPr>
              <p:cNvSpPr/>
              <p:nvPr/>
            </p:nvSpPr>
            <p:spPr>
              <a:xfrm>
                <a:off x="4621666" y="3851391"/>
                <a:ext cx="492003" cy="330726"/>
              </a:xfrm>
              <a:prstGeom prst="rightArrow">
                <a:avLst/>
              </a:prstGeom>
              <a:solidFill>
                <a:srgbClr val="03444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6D4AA7-AE4E-AE26-5CA9-4E8CD94B237F}"/>
                </a:ext>
              </a:extLst>
            </p:cNvPr>
            <p:cNvSpPr txBox="1"/>
            <p:nvPr/>
          </p:nvSpPr>
          <p:spPr>
            <a:xfrm>
              <a:off x="13888968" y="2669315"/>
              <a:ext cx="1224966" cy="31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solidFill>
                    <a:srgbClr val="FF0000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공정 완료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A55A742-0AE7-4486-76A5-612CB7FCA9A7}"/>
              </a:ext>
            </a:extLst>
          </p:cNvPr>
          <p:cNvSpPr txBox="1"/>
          <p:nvPr/>
        </p:nvSpPr>
        <p:spPr>
          <a:xfrm>
            <a:off x="6733714" y="4672142"/>
            <a:ext cx="1907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srgbClr val="3333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COSOLUS </a:t>
            </a:r>
            <a:r>
              <a:rPr lang="ko-KR" altLang="en-US" sz="1600" dirty="0">
                <a:solidFill>
                  <a:srgbClr val="3333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대비 </a:t>
            </a:r>
            <a:endParaRPr lang="en-US" altLang="ko-KR" sz="1600" dirty="0">
              <a:solidFill>
                <a:srgbClr val="3333FF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u="sng" dirty="0">
                <a:solidFill>
                  <a:srgbClr val="3333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공정시간 </a:t>
            </a:r>
            <a:r>
              <a:rPr lang="en-US" altLang="ko-KR" sz="1600" u="sng" dirty="0">
                <a:solidFill>
                  <a:srgbClr val="3333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100% </a:t>
            </a:r>
            <a:r>
              <a:rPr lang="ko-KR" altLang="en-US" sz="1600" u="sng" dirty="0">
                <a:solidFill>
                  <a:srgbClr val="3333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증가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ABD9D-54F8-1E3F-2050-F2AFFF7012C2}"/>
              </a:ext>
            </a:extLst>
          </p:cNvPr>
          <p:cNvSpPr txBox="1"/>
          <p:nvPr/>
        </p:nvSpPr>
        <p:spPr>
          <a:xfrm>
            <a:off x="10246258" y="4672142"/>
            <a:ext cx="18050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600" b="1" dirty="0">
                <a:solidFill>
                  <a:srgbClr val="3333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COSOLUS </a:t>
            </a:r>
            <a:r>
              <a:rPr lang="ko-KR" altLang="en-US" sz="1600" b="1" dirty="0">
                <a:solidFill>
                  <a:srgbClr val="3333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대비 </a:t>
            </a:r>
            <a:endParaRPr lang="en-US" altLang="ko-KR" sz="1600" b="1" dirty="0">
              <a:solidFill>
                <a:srgbClr val="3333FF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lvl="0" algn="ctr">
              <a:defRPr/>
            </a:pPr>
            <a:r>
              <a:rPr lang="ko-KR" altLang="en-US" sz="1600" b="1" u="sng" dirty="0">
                <a:solidFill>
                  <a:srgbClr val="3333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공정시간 </a:t>
            </a:r>
            <a:r>
              <a:rPr lang="en-US" altLang="ko-KR" sz="1600" b="1" u="sng" dirty="0">
                <a:solidFill>
                  <a:srgbClr val="3333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50% </a:t>
            </a:r>
            <a:r>
              <a:rPr lang="ko-KR" altLang="en-US" sz="1600" b="1" u="sng" dirty="0">
                <a:solidFill>
                  <a:srgbClr val="3333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증가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848194-B4FF-4D90-543B-50AF2DBEC228}"/>
              </a:ext>
            </a:extLst>
          </p:cNvPr>
          <p:cNvSpPr/>
          <p:nvPr/>
        </p:nvSpPr>
        <p:spPr>
          <a:xfrm>
            <a:off x="2012571" y="2018991"/>
            <a:ext cx="3211462" cy="422287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028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3018-408F-F6EE-2B70-D1F319AC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그래픽 64">
            <a:extLst>
              <a:ext uri="{FF2B5EF4-FFF2-40B4-BE49-F238E27FC236}">
                <a16:creationId xmlns:a16="http://schemas.microsoft.com/office/drawing/2014/main" id="{B0E50E6D-F97E-D16E-C0BD-CA3A0CD6C7CB}"/>
              </a:ext>
            </a:extLst>
          </p:cNvPr>
          <p:cNvGrpSpPr/>
          <p:nvPr/>
        </p:nvGrpSpPr>
        <p:grpSpPr>
          <a:xfrm>
            <a:off x="442489" y="294939"/>
            <a:ext cx="1093353" cy="166691"/>
            <a:chOff x="0" y="0"/>
            <a:chExt cx="1093351" cy="166689"/>
          </a:xfrm>
        </p:grpSpPr>
        <p:sp>
          <p:nvSpPr>
            <p:cNvPr id="481" name="자유형: 도형 76">
              <a:extLst>
                <a:ext uri="{FF2B5EF4-FFF2-40B4-BE49-F238E27FC236}">
                  <a16:creationId xmlns:a16="http://schemas.microsoft.com/office/drawing/2014/main" id="{7701A09C-B98C-7F95-5DE0-846B294ACB10}"/>
                </a:ext>
              </a:extLst>
            </p:cNvPr>
            <p:cNvSpPr/>
            <p:nvPr/>
          </p:nvSpPr>
          <p:spPr>
            <a:xfrm>
              <a:off x="357283" y="1"/>
              <a:ext cx="118583" cy="166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5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7" y="20921"/>
                  </a:cubicBezTo>
                  <a:cubicBezTo>
                    <a:pt x="12340" y="20944"/>
                    <a:pt x="13592" y="20745"/>
                    <a:pt x="14723" y="20341"/>
                  </a:cubicBezTo>
                  <a:cubicBezTo>
                    <a:pt x="15880" y="20004"/>
                    <a:pt x="16892" y="19454"/>
                    <a:pt x="17655" y="18748"/>
                  </a:cubicBezTo>
                  <a:cubicBezTo>
                    <a:pt x="18349" y="18096"/>
                    <a:pt x="18722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8"/>
                  </a:cubicBezTo>
                  <a:cubicBezTo>
                    <a:pt x="14505" y="12643"/>
                    <a:pt x="13123" y="12176"/>
                    <a:pt x="11320" y="11617"/>
                  </a:cubicBezTo>
                  <a:lnTo>
                    <a:pt x="10059" y="11232"/>
                  </a:lnTo>
                  <a:cubicBezTo>
                    <a:pt x="7594" y="10459"/>
                    <a:pt x="5707" y="9815"/>
                    <a:pt x="4400" y="9300"/>
                  </a:cubicBezTo>
                  <a:cubicBezTo>
                    <a:pt x="3241" y="8870"/>
                    <a:pt x="2208" y="8286"/>
                    <a:pt x="1357" y="7578"/>
                  </a:cubicBezTo>
                  <a:cubicBezTo>
                    <a:pt x="627" y="6938"/>
                    <a:pt x="239" y="6133"/>
                    <a:pt x="263" y="5307"/>
                  </a:cubicBezTo>
                  <a:cubicBezTo>
                    <a:pt x="246" y="4289"/>
                    <a:pt x="743" y="3301"/>
                    <a:pt x="1662" y="2522"/>
                  </a:cubicBezTo>
                  <a:cubicBezTo>
                    <a:pt x="2655" y="1688"/>
                    <a:pt x="3928" y="1047"/>
                    <a:pt x="5362" y="659"/>
                  </a:cubicBezTo>
                  <a:cubicBezTo>
                    <a:pt x="7168" y="214"/>
                    <a:pt x="9066" y="-9"/>
                    <a:pt x="10977" y="0"/>
                  </a:cubicBezTo>
                  <a:cubicBezTo>
                    <a:pt x="12985" y="-6"/>
                    <a:pt x="14966" y="336"/>
                    <a:pt x="16748" y="997"/>
                  </a:cubicBezTo>
                  <a:cubicBezTo>
                    <a:pt x="18421" y="1571"/>
                    <a:pt x="19783" y="2521"/>
                    <a:pt x="20626" y="3701"/>
                  </a:cubicBezTo>
                  <a:lnTo>
                    <a:pt x="20040" y="4216"/>
                  </a:lnTo>
                  <a:cubicBezTo>
                    <a:pt x="19250" y="3073"/>
                    <a:pt x="17949" y="2150"/>
                    <a:pt x="16343" y="1593"/>
                  </a:cubicBezTo>
                  <a:cubicBezTo>
                    <a:pt x="14719" y="976"/>
                    <a:pt x="12911" y="650"/>
                    <a:pt x="11072" y="643"/>
                  </a:cubicBezTo>
                  <a:cubicBezTo>
                    <a:pt x="9674" y="628"/>
                    <a:pt x="8287" y="814"/>
                    <a:pt x="6991" y="1189"/>
                  </a:cubicBezTo>
                  <a:cubicBezTo>
                    <a:pt x="5875" y="1500"/>
                    <a:pt x="4894" y="2017"/>
                    <a:pt x="4149" y="2686"/>
                  </a:cubicBezTo>
                  <a:cubicBezTo>
                    <a:pt x="3489" y="3287"/>
                    <a:pt x="3131" y="4030"/>
                    <a:pt x="3135" y="4794"/>
                  </a:cubicBezTo>
                  <a:cubicBezTo>
                    <a:pt x="3105" y="5478"/>
                    <a:pt x="3408" y="6149"/>
                    <a:pt x="3991" y="6693"/>
                  </a:cubicBezTo>
                  <a:cubicBezTo>
                    <a:pt x="4619" y="7241"/>
                    <a:pt x="5393" y="7696"/>
                    <a:pt x="6269" y="8029"/>
                  </a:cubicBezTo>
                  <a:cubicBezTo>
                    <a:pt x="7639" y="8547"/>
                    <a:pt x="9047" y="9014"/>
                    <a:pt x="10484" y="9428"/>
                  </a:cubicBezTo>
                  <a:lnTo>
                    <a:pt x="12288" y="9974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1"/>
                    <a:pt x="21600" y="15043"/>
                    <a:pt x="21577" y="15897"/>
                  </a:cubicBezTo>
                  <a:cubicBezTo>
                    <a:pt x="21571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2" name="자유형: 도형 77">
              <a:extLst>
                <a:ext uri="{FF2B5EF4-FFF2-40B4-BE49-F238E27FC236}">
                  <a16:creationId xmlns:a16="http://schemas.microsoft.com/office/drawing/2014/main" id="{7A183204-B830-D025-5C30-E49039B890CC}"/>
                </a:ext>
              </a:extLst>
            </p:cNvPr>
            <p:cNvSpPr/>
            <p:nvPr/>
          </p:nvSpPr>
          <p:spPr>
            <a:xfrm>
              <a:off x="-1" y="-1"/>
              <a:ext cx="149075" cy="1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73" extrusionOk="0">
                  <a:moveTo>
                    <a:pt x="21584" y="17806"/>
                  </a:moveTo>
                  <a:cubicBezTo>
                    <a:pt x="20467" y="18987"/>
                    <a:pt x="19078" y="19937"/>
                    <a:pt x="17512" y="20591"/>
                  </a:cubicBezTo>
                  <a:cubicBezTo>
                    <a:pt x="15933" y="21249"/>
                    <a:pt x="14212" y="21584"/>
                    <a:pt x="12471" y="21573"/>
                  </a:cubicBezTo>
                  <a:cubicBezTo>
                    <a:pt x="10204" y="21587"/>
                    <a:pt x="7969" y="21089"/>
                    <a:pt x="5973" y="20124"/>
                  </a:cubicBezTo>
                  <a:cubicBezTo>
                    <a:pt x="4164" y="19178"/>
                    <a:pt x="2661" y="17824"/>
                    <a:pt x="1614" y="16197"/>
                  </a:cubicBezTo>
                  <a:cubicBezTo>
                    <a:pt x="542" y="14557"/>
                    <a:pt x="-16" y="12688"/>
                    <a:pt x="0" y="10787"/>
                  </a:cubicBezTo>
                  <a:cubicBezTo>
                    <a:pt x="-16" y="8886"/>
                    <a:pt x="542" y="7017"/>
                    <a:pt x="1615" y="5378"/>
                  </a:cubicBezTo>
                  <a:cubicBezTo>
                    <a:pt x="2662" y="3750"/>
                    <a:pt x="4165" y="2396"/>
                    <a:pt x="5974" y="1449"/>
                  </a:cubicBezTo>
                  <a:cubicBezTo>
                    <a:pt x="7970" y="485"/>
                    <a:pt x="10205" y="-13"/>
                    <a:pt x="12472" y="0"/>
                  </a:cubicBezTo>
                  <a:cubicBezTo>
                    <a:pt x="14108" y="-6"/>
                    <a:pt x="15726" y="296"/>
                    <a:pt x="17223" y="886"/>
                  </a:cubicBezTo>
                  <a:cubicBezTo>
                    <a:pt x="18723" y="1478"/>
                    <a:pt x="20072" y="2338"/>
                    <a:pt x="21190" y="3413"/>
                  </a:cubicBezTo>
                  <a:lnTo>
                    <a:pt x="20688" y="3863"/>
                  </a:lnTo>
                  <a:cubicBezTo>
                    <a:pt x="18577" y="1799"/>
                    <a:pt x="15594" y="630"/>
                    <a:pt x="12472" y="644"/>
                  </a:cubicBezTo>
                  <a:cubicBezTo>
                    <a:pt x="10644" y="633"/>
                    <a:pt x="8859" y="1146"/>
                    <a:pt x="7378" y="2108"/>
                  </a:cubicBezTo>
                  <a:cubicBezTo>
                    <a:pt x="5843" y="3089"/>
                    <a:pt x="4609" y="4402"/>
                    <a:pt x="3790" y="5924"/>
                  </a:cubicBezTo>
                  <a:cubicBezTo>
                    <a:pt x="2060" y="8993"/>
                    <a:pt x="2067" y="12619"/>
                    <a:pt x="3809" y="15682"/>
                  </a:cubicBezTo>
                  <a:cubicBezTo>
                    <a:pt x="4632" y="17197"/>
                    <a:pt x="5865" y="18502"/>
                    <a:pt x="7394" y="19480"/>
                  </a:cubicBezTo>
                  <a:cubicBezTo>
                    <a:pt x="8872" y="20434"/>
                    <a:pt x="10650" y="20941"/>
                    <a:pt x="12470" y="20928"/>
                  </a:cubicBezTo>
                  <a:cubicBezTo>
                    <a:pt x="15803" y="20966"/>
                    <a:pt x="18973" y="19639"/>
                    <a:pt x="21082" y="17323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3" name="자유형: 도형 78">
              <a:extLst>
                <a:ext uri="{FF2B5EF4-FFF2-40B4-BE49-F238E27FC236}">
                  <a16:creationId xmlns:a16="http://schemas.microsoft.com/office/drawing/2014/main" id="{590A5BEC-5AFB-3E71-7A45-7EF369E47E4C}"/>
                </a:ext>
              </a:extLst>
            </p:cNvPr>
            <p:cNvSpPr/>
            <p:nvPr/>
          </p:nvSpPr>
          <p:spPr>
            <a:xfrm>
              <a:off x="166506" y="1"/>
              <a:ext cx="168633" cy="16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5" extrusionOk="0">
                  <a:moveTo>
                    <a:pt x="16294" y="1449"/>
                  </a:moveTo>
                  <a:cubicBezTo>
                    <a:pt x="17892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8"/>
                    <a:pt x="20146" y="16197"/>
                  </a:cubicBezTo>
                  <a:cubicBezTo>
                    <a:pt x="19219" y="17824"/>
                    <a:pt x="17892" y="19178"/>
                    <a:pt x="16293" y="20125"/>
                  </a:cubicBezTo>
                  <a:cubicBezTo>
                    <a:pt x="14696" y="21086"/>
                    <a:pt x="12872" y="21587"/>
                    <a:pt x="11016" y="21574"/>
                  </a:cubicBezTo>
                  <a:cubicBezTo>
                    <a:pt x="9014" y="21587"/>
                    <a:pt x="7041" y="21089"/>
                    <a:pt x="5278" y="20125"/>
                  </a:cubicBezTo>
                  <a:cubicBezTo>
                    <a:pt x="3680" y="19178"/>
                    <a:pt x="2352" y="17824"/>
                    <a:pt x="1426" y="16197"/>
                  </a:cubicBezTo>
                  <a:cubicBezTo>
                    <a:pt x="479" y="14558"/>
                    <a:pt x="-14" y="12688"/>
                    <a:pt x="0" y="10787"/>
                  </a:cubicBezTo>
                  <a:cubicBezTo>
                    <a:pt x="-14" y="8887"/>
                    <a:pt x="479" y="7017"/>
                    <a:pt x="1426" y="5378"/>
                  </a:cubicBezTo>
                  <a:cubicBezTo>
                    <a:pt x="2352" y="3750"/>
                    <a:pt x="3680" y="2396"/>
                    <a:pt x="5278" y="1449"/>
                  </a:cubicBezTo>
                  <a:cubicBezTo>
                    <a:pt x="7042" y="485"/>
                    <a:pt x="9015" y="-13"/>
                    <a:pt x="11017" y="0"/>
                  </a:cubicBezTo>
                  <a:cubicBezTo>
                    <a:pt x="12873" y="-13"/>
                    <a:pt x="14698" y="488"/>
                    <a:pt x="16295" y="1449"/>
                  </a:cubicBezTo>
                  <a:moveTo>
                    <a:pt x="6516" y="2108"/>
                  </a:moveTo>
                  <a:cubicBezTo>
                    <a:pt x="5160" y="3089"/>
                    <a:pt x="4070" y="4401"/>
                    <a:pt x="3346" y="5923"/>
                  </a:cubicBezTo>
                  <a:cubicBezTo>
                    <a:pt x="1818" y="8993"/>
                    <a:pt x="1824" y="12619"/>
                    <a:pt x="3362" y="15683"/>
                  </a:cubicBezTo>
                  <a:cubicBezTo>
                    <a:pt x="4090" y="17198"/>
                    <a:pt x="5180" y="18504"/>
                    <a:pt x="6532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1"/>
                  </a:cubicBezTo>
                  <a:cubicBezTo>
                    <a:pt x="16391" y="18503"/>
                    <a:pt x="17481" y="17197"/>
                    <a:pt x="18209" y="15682"/>
                  </a:cubicBezTo>
                  <a:cubicBezTo>
                    <a:pt x="19747" y="12618"/>
                    <a:pt x="19753" y="8992"/>
                    <a:pt x="18226" y="5923"/>
                  </a:cubicBezTo>
                  <a:cubicBezTo>
                    <a:pt x="17501" y="4401"/>
                    <a:pt x="16410" y="3089"/>
                    <a:pt x="15055" y="2108"/>
                  </a:cubicBezTo>
                  <a:cubicBezTo>
                    <a:pt x="13919" y="1155"/>
                    <a:pt x="12490" y="636"/>
                    <a:pt x="11017" y="644"/>
                  </a:cubicBezTo>
                  <a:cubicBezTo>
                    <a:pt x="9402" y="633"/>
                    <a:pt x="7825" y="1146"/>
                    <a:pt x="6516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4" name="자유형: 도형 79">
              <a:extLst>
                <a:ext uri="{FF2B5EF4-FFF2-40B4-BE49-F238E27FC236}">
                  <a16:creationId xmlns:a16="http://schemas.microsoft.com/office/drawing/2014/main" id="{580C9936-C35A-FFAA-2FFA-8ECA2D4D5536}"/>
                </a:ext>
              </a:extLst>
            </p:cNvPr>
            <p:cNvSpPr/>
            <p:nvPr/>
          </p:nvSpPr>
          <p:spPr>
            <a:xfrm>
              <a:off x="499224" y="-1"/>
              <a:ext cx="168657" cy="166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4" extrusionOk="0">
                  <a:moveTo>
                    <a:pt x="16294" y="1450"/>
                  </a:moveTo>
                  <a:cubicBezTo>
                    <a:pt x="17893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7"/>
                    <a:pt x="20146" y="16197"/>
                  </a:cubicBezTo>
                  <a:cubicBezTo>
                    <a:pt x="19220" y="17824"/>
                    <a:pt x="17893" y="19178"/>
                    <a:pt x="16294" y="20124"/>
                  </a:cubicBezTo>
                  <a:cubicBezTo>
                    <a:pt x="14697" y="21085"/>
                    <a:pt x="12873" y="21586"/>
                    <a:pt x="11017" y="21574"/>
                  </a:cubicBezTo>
                  <a:cubicBezTo>
                    <a:pt x="9014" y="21587"/>
                    <a:pt x="7040" y="21089"/>
                    <a:pt x="5276" y="20124"/>
                  </a:cubicBezTo>
                  <a:cubicBezTo>
                    <a:pt x="3678" y="19177"/>
                    <a:pt x="2351" y="17824"/>
                    <a:pt x="1426" y="16197"/>
                  </a:cubicBezTo>
                  <a:cubicBezTo>
                    <a:pt x="478" y="14557"/>
                    <a:pt x="-14" y="12688"/>
                    <a:pt x="0" y="10787"/>
                  </a:cubicBezTo>
                  <a:cubicBezTo>
                    <a:pt x="-14" y="8886"/>
                    <a:pt x="478" y="7017"/>
                    <a:pt x="1426" y="5377"/>
                  </a:cubicBezTo>
                  <a:cubicBezTo>
                    <a:pt x="2352" y="3750"/>
                    <a:pt x="3678" y="2397"/>
                    <a:pt x="5276" y="1450"/>
                  </a:cubicBezTo>
                  <a:cubicBezTo>
                    <a:pt x="7040" y="485"/>
                    <a:pt x="9015" y="-13"/>
                    <a:pt x="11018" y="0"/>
                  </a:cubicBezTo>
                  <a:cubicBezTo>
                    <a:pt x="12874" y="-12"/>
                    <a:pt x="14698" y="489"/>
                    <a:pt x="16295" y="1450"/>
                  </a:cubicBezTo>
                  <a:moveTo>
                    <a:pt x="6517" y="2108"/>
                  </a:moveTo>
                  <a:cubicBezTo>
                    <a:pt x="5162" y="3089"/>
                    <a:pt x="4071" y="4401"/>
                    <a:pt x="3347" y="5924"/>
                  </a:cubicBezTo>
                  <a:cubicBezTo>
                    <a:pt x="1819" y="8993"/>
                    <a:pt x="1826" y="12619"/>
                    <a:pt x="3363" y="15683"/>
                  </a:cubicBezTo>
                  <a:cubicBezTo>
                    <a:pt x="4091" y="17198"/>
                    <a:pt x="5181" y="18504"/>
                    <a:pt x="6533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2"/>
                  </a:cubicBezTo>
                  <a:cubicBezTo>
                    <a:pt x="16390" y="18504"/>
                    <a:pt x="17480" y="17198"/>
                    <a:pt x="18208" y="15683"/>
                  </a:cubicBezTo>
                  <a:cubicBezTo>
                    <a:pt x="19745" y="12619"/>
                    <a:pt x="19751" y="8993"/>
                    <a:pt x="18224" y="5924"/>
                  </a:cubicBezTo>
                  <a:cubicBezTo>
                    <a:pt x="17500" y="4402"/>
                    <a:pt x="16410" y="3089"/>
                    <a:pt x="15055" y="2108"/>
                  </a:cubicBezTo>
                  <a:cubicBezTo>
                    <a:pt x="13920" y="1155"/>
                    <a:pt x="12491" y="637"/>
                    <a:pt x="11018" y="645"/>
                  </a:cubicBezTo>
                  <a:cubicBezTo>
                    <a:pt x="9403" y="633"/>
                    <a:pt x="7826" y="1146"/>
                    <a:pt x="6517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5" name="자유형: 도형 80">
              <a:extLst>
                <a:ext uri="{FF2B5EF4-FFF2-40B4-BE49-F238E27FC236}">
                  <a16:creationId xmlns:a16="http://schemas.microsoft.com/office/drawing/2014/main" id="{1B995046-3AF0-ED38-16A9-09B7348E3F28}"/>
                </a:ext>
              </a:extLst>
            </p:cNvPr>
            <p:cNvSpPr/>
            <p:nvPr/>
          </p:nvSpPr>
          <p:spPr>
            <a:xfrm>
              <a:off x="696933" y="1498"/>
              <a:ext cx="106736" cy="163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1" y="20943"/>
                  </a:moveTo>
                  <a:lnTo>
                    <a:pt x="21600" y="2094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6" name="자유형: 도형 81">
              <a:extLst>
                <a:ext uri="{FF2B5EF4-FFF2-40B4-BE49-F238E27FC236}">
                  <a16:creationId xmlns:a16="http://schemas.microsoft.com/office/drawing/2014/main" id="{F3004D66-D65C-92A7-194D-5187E0A1E5DE}"/>
                </a:ext>
              </a:extLst>
            </p:cNvPr>
            <p:cNvSpPr/>
            <p:nvPr/>
          </p:nvSpPr>
          <p:spPr>
            <a:xfrm>
              <a:off x="818625" y="1491"/>
              <a:ext cx="128272" cy="165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33" extrusionOk="0">
                  <a:moveTo>
                    <a:pt x="20791" y="0"/>
                  </a:moveTo>
                  <a:lnTo>
                    <a:pt x="21584" y="0"/>
                  </a:lnTo>
                  <a:lnTo>
                    <a:pt x="21584" y="12610"/>
                  </a:lnTo>
                  <a:cubicBezTo>
                    <a:pt x="21600" y="14095"/>
                    <a:pt x="21253" y="15569"/>
                    <a:pt x="20562" y="16954"/>
                  </a:cubicBezTo>
                  <a:cubicBezTo>
                    <a:pt x="19885" y="18289"/>
                    <a:pt x="18709" y="19436"/>
                    <a:pt x="17184" y="20245"/>
                  </a:cubicBezTo>
                  <a:cubicBezTo>
                    <a:pt x="15368" y="21153"/>
                    <a:pt x="13233" y="21600"/>
                    <a:pt x="11076" y="21525"/>
                  </a:cubicBezTo>
                  <a:cubicBezTo>
                    <a:pt x="9679" y="21523"/>
                    <a:pt x="8286" y="21403"/>
                    <a:pt x="6922" y="21168"/>
                  </a:cubicBezTo>
                  <a:cubicBezTo>
                    <a:pt x="5616" y="20883"/>
                    <a:pt x="4415" y="20361"/>
                    <a:pt x="3419" y="19644"/>
                  </a:cubicBezTo>
                  <a:cubicBezTo>
                    <a:pt x="1139" y="18088"/>
                    <a:pt x="0" y="15690"/>
                    <a:pt x="0" y="12448"/>
                  </a:cubicBezTo>
                  <a:lnTo>
                    <a:pt x="0" y="0"/>
                  </a:lnTo>
                  <a:lnTo>
                    <a:pt x="2653" y="0"/>
                  </a:lnTo>
                  <a:lnTo>
                    <a:pt x="2653" y="13096"/>
                  </a:lnTo>
                  <a:cubicBezTo>
                    <a:pt x="2653" y="15733"/>
                    <a:pt x="3495" y="17689"/>
                    <a:pt x="5180" y="18963"/>
                  </a:cubicBezTo>
                  <a:cubicBezTo>
                    <a:pt x="6933" y="20261"/>
                    <a:pt x="9288" y="20951"/>
                    <a:pt x="11706" y="20877"/>
                  </a:cubicBezTo>
                  <a:cubicBezTo>
                    <a:pt x="13499" y="20924"/>
                    <a:pt x="15266" y="20527"/>
                    <a:pt x="16751" y="19742"/>
                  </a:cubicBezTo>
                  <a:cubicBezTo>
                    <a:pt x="18115" y="18984"/>
                    <a:pt x="19171" y="17938"/>
                    <a:pt x="19794" y="16727"/>
                  </a:cubicBezTo>
                  <a:cubicBezTo>
                    <a:pt x="20475" y="15420"/>
                    <a:pt x="20815" y="14021"/>
                    <a:pt x="20795" y="12610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7" name="자유형: 도형 82">
              <a:extLst>
                <a:ext uri="{FF2B5EF4-FFF2-40B4-BE49-F238E27FC236}">
                  <a16:creationId xmlns:a16="http://schemas.microsoft.com/office/drawing/2014/main" id="{B14BC222-2D0B-DBEF-678D-87DF067FEDC7}"/>
                </a:ext>
              </a:extLst>
            </p:cNvPr>
            <p:cNvSpPr/>
            <p:nvPr/>
          </p:nvSpPr>
          <p:spPr>
            <a:xfrm>
              <a:off x="974769" y="-1"/>
              <a:ext cx="118583" cy="166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6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6" y="20921"/>
                  </a:cubicBezTo>
                  <a:cubicBezTo>
                    <a:pt x="12340" y="20944"/>
                    <a:pt x="13592" y="20745"/>
                    <a:pt x="14722" y="20341"/>
                  </a:cubicBezTo>
                  <a:cubicBezTo>
                    <a:pt x="15879" y="20004"/>
                    <a:pt x="16891" y="19454"/>
                    <a:pt x="17654" y="18748"/>
                  </a:cubicBezTo>
                  <a:cubicBezTo>
                    <a:pt x="18349" y="18096"/>
                    <a:pt x="18721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9"/>
                  </a:cubicBezTo>
                  <a:cubicBezTo>
                    <a:pt x="14505" y="12643"/>
                    <a:pt x="13123" y="12176"/>
                    <a:pt x="11320" y="11618"/>
                  </a:cubicBezTo>
                  <a:lnTo>
                    <a:pt x="10059" y="11232"/>
                  </a:lnTo>
                  <a:cubicBezTo>
                    <a:pt x="7594" y="10459"/>
                    <a:pt x="5707" y="9816"/>
                    <a:pt x="4400" y="9300"/>
                  </a:cubicBezTo>
                  <a:cubicBezTo>
                    <a:pt x="3241" y="8870"/>
                    <a:pt x="2208" y="8286"/>
                    <a:pt x="1357" y="7579"/>
                  </a:cubicBezTo>
                  <a:cubicBezTo>
                    <a:pt x="631" y="6938"/>
                    <a:pt x="247" y="6133"/>
                    <a:pt x="274" y="5309"/>
                  </a:cubicBezTo>
                  <a:cubicBezTo>
                    <a:pt x="257" y="4291"/>
                    <a:pt x="753" y="3303"/>
                    <a:pt x="1673" y="2524"/>
                  </a:cubicBezTo>
                  <a:cubicBezTo>
                    <a:pt x="2663" y="1691"/>
                    <a:pt x="3932" y="1049"/>
                    <a:pt x="5362" y="660"/>
                  </a:cubicBezTo>
                  <a:cubicBezTo>
                    <a:pt x="7169" y="214"/>
                    <a:pt x="9069" y="-9"/>
                    <a:pt x="10982" y="0"/>
                  </a:cubicBezTo>
                  <a:cubicBezTo>
                    <a:pt x="12990" y="-6"/>
                    <a:pt x="14971" y="337"/>
                    <a:pt x="16753" y="998"/>
                  </a:cubicBezTo>
                  <a:cubicBezTo>
                    <a:pt x="18425" y="1571"/>
                    <a:pt x="19787" y="2521"/>
                    <a:pt x="20630" y="3701"/>
                  </a:cubicBezTo>
                  <a:lnTo>
                    <a:pt x="20044" y="4216"/>
                  </a:lnTo>
                  <a:cubicBezTo>
                    <a:pt x="19254" y="3073"/>
                    <a:pt x="17953" y="2150"/>
                    <a:pt x="16347" y="1593"/>
                  </a:cubicBezTo>
                  <a:cubicBezTo>
                    <a:pt x="14722" y="976"/>
                    <a:pt x="12912" y="650"/>
                    <a:pt x="11072" y="643"/>
                  </a:cubicBezTo>
                  <a:cubicBezTo>
                    <a:pt x="9674" y="629"/>
                    <a:pt x="8287" y="815"/>
                    <a:pt x="6991" y="1190"/>
                  </a:cubicBezTo>
                  <a:cubicBezTo>
                    <a:pt x="5875" y="1501"/>
                    <a:pt x="4894" y="2017"/>
                    <a:pt x="4149" y="2687"/>
                  </a:cubicBezTo>
                  <a:cubicBezTo>
                    <a:pt x="3488" y="3288"/>
                    <a:pt x="3131" y="4030"/>
                    <a:pt x="3135" y="4794"/>
                  </a:cubicBezTo>
                  <a:cubicBezTo>
                    <a:pt x="3105" y="5479"/>
                    <a:pt x="3408" y="6149"/>
                    <a:pt x="3991" y="6693"/>
                  </a:cubicBezTo>
                  <a:cubicBezTo>
                    <a:pt x="4619" y="7242"/>
                    <a:pt x="5393" y="7696"/>
                    <a:pt x="6269" y="8029"/>
                  </a:cubicBezTo>
                  <a:cubicBezTo>
                    <a:pt x="7640" y="8547"/>
                    <a:pt x="9046" y="9014"/>
                    <a:pt x="10484" y="9428"/>
                  </a:cubicBezTo>
                  <a:lnTo>
                    <a:pt x="12288" y="9975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2"/>
                    <a:pt x="21600" y="15043"/>
                    <a:pt x="21577" y="15897"/>
                  </a:cubicBezTo>
                  <a:cubicBezTo>
                    <a:pt x="21570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</p:grpSp>
      <p:sp>
        <p:nvSpPr>
          <p:cNvPr id="489" name="직사각형 66">
            <a:extLst>
              <a:ext uri="{FF2B5EF4-FFF2-40B4-BE49-F238E27FC236}">
                <a16:creationId xmlns:a16="http://schemas.microsoft.com/office/drawing/2014/main" id="{96C6E5BC-ADBB-B53B-BFA4-9874B01358E9}"/>
              </a:ext>
            </a:extLst>
          </p:cNvPr>
          <p:cNvSpPr/>
          <p:nvPr/>
        </p:nvSpPr>
        <p:spPr>
          <a:xfrm>
            <a:off x="-3" y="-2"/>
            <a:ext cx="132084" cy="1308101"/>
          </a:xfrm>
          <a:prstGeom prst="rect">
            <a:avLst/>
          </a:prstGeom>
          <a:solidFill>
            <a:srgbClr val="294F5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0" name="직사각형 67">
            <a:extLst>
              <a:ext uri="{FF2B5EF4-FFF2-40B4-BE49-F238E27FC236}">
                <a16:creationId xmlns:a16="http://schemas.microsoft.com/office/drawing/2014/main" id="{BFA409AC-686F-F55B-EE1F-39BBCA153D72}"/>
              </a:ext>
            </a:extLst>
          </p:cNvPr>
          <p:cNvSpPr/>
          <p:nvPr/>
        </p:nvSpPr>
        <p:spPr>
          <a:xfrm>
            <a:off x="-3" y="1306416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1" name="직선 연결선 68">
            <a:extLst>
              <a:ext uri="{FF2B5EF4-FFF2-40B4-BE49-F238E27FC236}">
                <a16:creationId xmlns:a16="http://schemas.microsoft.com/office/drawing/2014/main" id="{EFF5E62F-3AB6-275E-A97C-D89D9A4645D4}"/>
              </a:ext>
            </a:extLst>
          </p:cNvPr>
          <p:cNvSpPr/>
          <p:nvPr/>
        </p:nvSpPr>
        <p:spPr>
          <a:xfrm>
            <a:off x="396240" y="548640"/>
            <a:ext cx="11795761" cy="1"/>
          </a:xfrm>
          <a:prstGeom prst="line">
            <a:avLst/>
          </a:prstGeom>
          <a:ln w="6350">
            <a:solidFill>
              <a:srgbClr val="47868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3" name="TextBox 2">
            <a:extLst>
              <a:ext uri="{FF2B5EF4-FFF2-40B4-BE49-F238E27FC236}">
                <a16:creationId xmlns:a16="http://schemas.microsoft.com/office/drawing/2014/main" id="{105E377F-D502-279E-71FE-0A62DBD72900}"/>
              </a:ext>
            </a:extLst>
          </p:cNvPr>
          <p:cNvSpPr txBox="1"/>
          <p:nvPr/>
        </p:nvSpPr>
        <p:spPr>
          <a:xfrm>
            <a:off x="9480707" y="225474"/>
            <a:ext cx="258785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478689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pPr>
            <a:r>
              <a:rPr lang="en-US" altLang="ko-KR" dirty="0"/>
              <a:t>We promise tomorrow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72B8C53F-0B00-3BF6-2824-F1EA2BCB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3982"/>
            <a:ext cx="2743200" cy="365125"/>
          </a:xfrm>
        </p:spPr>
        <p:txBody>
          <a:bodyPr/>
          <a:lstStyle/>
          <a:p>
            <a:fld id="{37ED9AAF-E0B1-45D5-BDDA-4E50A2DB2EEA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9EC2BE87-A554-4B70-8857-518313EE9D98}"/>
              </a:ext>
            </a:extLst>
          </p:cNvPr>
          <p:cNvSpPr txBox="1"/>
          <p:nvPr/>
        </p:nvSpPr>
        <p:spPr>
          <a:xfrm>
            <a:off x="446746" y="616129"/>
            <a:ext cx="827150" cy="18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lang="en-US" altLang="ko-KR" dirty="0"/>
              <a:t>Technology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93BA4818-9A73-78E3-79BC-A2FC00B247C0}"/>
              </a:ext>
            </a:extLst>
          </p:cNvPr>
          <p:cNvSpPr txBox="1"/>
          <p:nvPr/>
        </p:nvSpPr>
        <p:spPr>
          <a:xfrm>
            <a:off x="396240" y="792581"/>
            <a:ext cx="3859711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솔루션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1-2]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DLE 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기술 동향</a:t>
            </a:r>
            <a:endParaRPr lang="en-US" altLang="ko-KR" sz="2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779E8D-5481-D922-C40C-D6E6555ED585}"/>
              </a:ext>
            </a:extLst>
          </p:cNvPr>
          <p:cNvSpPr txBox="1"/>
          <p:nvPr/>
        </p:nvSpPr>
        <p:spPr>
          <a:xfrm>
            <a:off x="6035756" y="946975"/>
            <a:ext cx="1670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COSOLUS</a:t>
            </a:r>
            <a:endParaRPr lang="ko-KR" altLang="en-US" sz="2400" dirty="0">
              <a:solidFill>
                <a:srgbClr val="034443"/>
              </a:solidFill>
            </a:endParaRPr>
          </a:p>
        </p:txBody>
      </p:sp>
      <p:sp>
        <p:nvSpPr>
          <p:cNvPr id="3" name="직사각형 67">
            <a:extLst>
              <a:ext uri="{FF2B5EF4-FFF2-40B4-BE49-F238E27FC236}">
                <a16:creationId xmlns:a16="http://schemas.microsoft.com/office/drawing/2014/main" id="{BFE70FB9-A232-BF00-9E5F-62AA4DE9AD81}"/>
              </a:ext>
            </a:extLst>
          </p:cNvPr>
          <p:cNvSpPr/>
          <p:nvPr/>
        </p:nvSpPr>
        <p:spPr>
          <a:xfrm>
            <a:off x="-3" y="1306416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9E0B8B79-8FBE-6281-7BD7-4F224DF4EF11}"/>
              </a:ext>
            </a:extLst>
          </p:cNvPr>
          <p:cNvGraphicFramePr>
            <a:graphicFrameLocks noGrp="1"/>
          </p:cNvGraphicFramePr>
          <p:nvPr/>
        </p:nvGraphicFramePr>
        <p:xfrm>
          <a:off x="396239" y="1412115"/>
          <a:ext cx="11672319" cy="5166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040">
                  <a:extLst>
                    <a:ext uri="{9D8B030D-6E8A-4147-A177-3AD203B41FA5}">
                      <a16:colId xmlns:a16="http://schemas.microsoft.com/office/drawing/2014/main" val="2279803002"/>
                    </a:ext>
                  </a:extLst>
                </a:gridCol>
                <a:gridCol w="2553320">
                  <a:extLst>
                    <a:ext uri="{9D8B030D-6E8A-4147-A177-3AD203B41FA5}">
                      <a16:colId xmlns:a16="http://schemas.microsoft.com/office/drawing/2014/main" val="2356440087"/>
                    </a:ext>
                  </a:extLst>
                </a:gridCol>
                <a:gridCol w="2375658">
                  <a:extLst>
                    <a:ext uri="{9D8B030D-6E8A-4147-A177-3AD203B41FA5}">
                      <a16:colId xmlns:a16="http://schemas.microsoft.com/office/drawing/2014/main" val="1658580652"/>
                    </a:ext>
                  </a:extLst>
                </a:gridCol>
                <a:gridCol w="2664543">
                  <a:extLst>
                    <a:ext uri="{9D8B030D-6E8A-4147-A177-3AD203B41FA5}">
                      <a16:colId xmlns:a16="http://schemas.microsoft.com/office/drawing/2014/main" val="211286138"/>
                    </a:ext>
                  </a:extLst>
                </a:gridCol>
                <a:gridCol w="2619758">
                  <a:extLst>
                    <a:ext uri="{9D8B030D-6E8A-4147-A177-3AD203B41FA5}">
                      <a16:colId xmlns:a16="http://schemas.microsoft.com/office/drawing/2014/main" val="3101745767"/>
                    </a:ext>
                  </a:extLst>
                </a:gridCol>
              </a:tblGrid>
              <a:tr h="4547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0" spc="0" dirty="0">
                          <a:solidFill>
                            <a:srgbClr val="000000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E2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0" spc="0" dirty="0">
                          <a:solidFill>
                            <a:srgbClr val="000000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흡착제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E2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kern="0" spc="0" dirty="0" err="1">
                          <a:solidFill>
                            <a:srgbClr val="000000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추출제</a:t>
                      </a:r>
                      <a:endParaRPr lang="ko-KR" altLang="en-US" sz="2000" b="0" kern="0" spc="0" dirty="0">
                        <a:solidFill>
                          <a:srgbClr val="000000"/>
                        </a:solidFill>
                        <a:effectLst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E2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0" spc="0" dirty="0" err="1">
                          <a:solidFill>
                            <a:srgbClr val="000000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분리막</a:t>
                      </a:r>
                      <a:endParaRPr lang="ko-KR" altLang="en-US" sz="2000" b="0" kern="0" spc="0" dirty="0">
                        <a:solidFill>
                          <a:srgbClr val="000000"/>
                        </a:solidFill>
                        <a:effectLst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E2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0" spc="0" dirty="0">
                          <a:solidFill>
                            <a:srgbClr val="000000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전기화학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E2E3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467156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작동원리</a:t>
                      </a:r>
                      <a:endParaRPr lang="en-US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Li⁺(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액상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과 흡착제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고상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간 선택적 상호작용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b="0" kern="0" spc="0" baseline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b="0" kern="0" spc="0" baseline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Li⁺(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액상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과 </a:t>
                      </a:r>
                      <a:r>
                        <a:rPr lang="ko-KR" altLang="en-US" sz="1600" b="0" kern="0" spc="0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추출제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액상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간 선택적 상호작용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b="0" kern="0" spc="-100" baseline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748030" marR="0" indent="-74803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b="0" kern="0" spc="-100" baseline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Li⁺(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액상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 </a:t>
                      </a:r>
                      <a:r>
                        <a:rPr lang="ko-KR" altLang="en-US" sz="1600" b="0" kern="0" spc="0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분리막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고상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을 통한 선택적 이동</a:t>
                      </a:r>
                      <a:endParaRPr lang="en-US" altLang="ko-KR" sz="1000" b="0" i="0" kern="0" spc="0" baseline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b="0" i="0" kern="0" spc="0" baseline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0" i="0" kern="0" spc="0" baseline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Li⁺(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액상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과 전극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고상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간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선택적 상호작용</a:t>
                      </a:r>
                      <a:endParaRPr lang="en-US" altLang="ko-KR" sz="1400" b="0" i="0" kern="0" spc="0" baseline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b="0" i="0" kern="0" spc="0" baseline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3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928403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기술성숙도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(TRL)</a:t>
                      </a:r>
                      <a:endParaRPr lang="en-US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TRL 9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상용화 단계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TRL 4-5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실험실 검증 단계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TRL 4-5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실험실 검증 단계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TRL 3-4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실험실 검증 단계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8309"/>
                  </a:ext>
                </a:extLst>
              </a:tr>
              <a:tr h="8978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장점</a:t>
                      </a:r>
                      <a:endParaRPr lang="en-US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선택성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우수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공정 단순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높은 회수 효율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재사용 가능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u="sng" kern="0" spc="0" dirty="0">
                          <a:solidFill>
                            <a:srgbClr val="000000"/>
                          </a:solidFill>
                          <a:effectLst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기존 공정 적용 가능</a:t>
                      </a:r>
                      <a:endParaRPr lang="en-US" altLang="ko-KR" sz="1600" b="0" u="sng" kern="0" spc="0" dirty="0">
                        <a:solidFill>
                          <a:srgbClr val="000000"/>
                        </a:solidFill>
                        <a:effectLst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우수한 효율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공정 단순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낮은 화학약품 사용량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우수한 효율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낮은 화학약품 사용량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749304"/>
                  </a:ext>
                </a:extLst>
              </a:tr>
              <a:tr h="8978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단점</a:t>
                      </a:r>
                      <a:endParaRPr lang="en-US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fontAlgn="base" latinLnBrk="1"/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재사용성 제한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lvl="0" algn="ctr" fontAlgn="base" latinLnBrk="1"/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높은 운영비용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fontAlgn="base" latinLnBrk="1"/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높은 운영비용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fontAlgn="base" latinLnBrk="1"/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높은 운영비용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fontAlgn="base" latinLnBrk="1"/>
                      <a:r>
                        <a:rPr lang="ko-KR" altLang="en-US" sz="1600" b="0" kern="0" spc="-100" baseline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복잡한 시스템</a:t>
                      </a:r>
                      <a:endParaRPr lang="en-US" altLang="ko-KR" sz="1600" b="0" kern="0" spc="-100" baseline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lvl="0" algn="ctr" fontAlgn="base" latinLnBrk="1"/>
                      <a:r>
                        <a:rPr lang="ko-KR" altLang="en-US" sz="1600" b="0" kern="0" spc="-100" baseline="0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대규모 양산 적용에 한계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5818" marR="35818" marT="9903" marB="9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102695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1EA9A840-9EBD-116B-73DD-5F768FB79BD8}"/>
              </a:ext>
            </a:extLst>
          </p:cNvPr>
          <p:cNvGrpSpPr/>
          <p:nvPr/>
        </p:nvGrpSpPr>
        <p:grpSpPr>
          <a:xfrm>
            <a:off x="2200458" y="2898940"/>
            <a:ext cx="2003818" cy="663126"/>
            <a:chOff x="1962766" y="7861510"/>
            <a:chExt cx="4284137" cy="1399394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D6CC0AE5-EB26-3971-39FC-F2516CD6D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2766" y="7866323"/>
              <a:ext cx="1737511" cy="1394581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AEDD9F7D-6E9E-0D82-F340-DA0686913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0277" y="7861510"/>
              <a:ext cx="2546626" cy="1394581"/>
            </a:xfrm>
            <a:prstGeom prst="rect">
              <a:avLst/>
            </a:prstGeom>
          </p:spPr>
        </p:pic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2FFE2E8B-E878-EBCD-B665-44D60B1D0E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910" t="13851" b="16043"/>
          <a:stretch>
            <a:fillRect/>
          </a:stretch>
        </p:blipFill>
        <p:spPr>
          <a:xfrm>
            <a:off x="5212189" y="2898940"/>
            <a:ext cx="1131651" cy="793091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A52318C-B202-BC1E-059C-ECBF1D407A73}"/>
              </a:ext>
            </a:extLst>
          </p:cNvPr>
          <p:cNvSpPr/>
          <p:nvPr/>
        </p:nvSpPr>
        <p:spPr>
          <a:xfrm>
            <a:off x="8155940" y="3007631"/>
            <a:ext cx="299720" cy="81602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452C2DE-00DB-F933-0216-0F3219A11839}"/>
              </a:ext>
            </a:extLst>
          </p:cNvPr>
          <p:cNvSpPr/>
          <p:nvPr/>
        </p:nvSpPr>
        <p:spPr>
          <a:xfrm>
            <a:off x="7217298" y="3370609"/>
            <a:ext cx="230034" cy="25811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D59062F-A8D5-CCE5-A97D-BFFF1842EDCD}"/>
              </a:ext>
            </a:extLst>
          </p:cNvPr>
          <p:cNvSpPr/>
          <p:nvPr/>
        </p:nvSpPr>
        <p:spPr>
          <a:xfrm>
            <a:off x="7792059" y="3067868"/>
            <a:ext cx="230034" cy="25811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EAC6C9D-E14C-34C1-D9A5-8AEEE408636E}"/>
              </a:ext>
            </a:extLst>
          </p:cNvPr>
          <p:cNvSpPr/>
          <p:nvPr/>
        </p:nvSpPr>
        <p:spPr>
          <a:xfrm>
            <a:off x="7711491" y="3370609"/>
            <a:ext cx="230034" cy="25811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CF25FAF-9451-1F59-75E3-2A7A93D7147E}"/>
              </a:ext>
            </a:extLst>
          </p:cNvPr>
          <p:cNvSpPr/>
          <p:nvPr/>
        </p:nvSpPr>
        <p:spPr>
          <a:xfrm>
            <a:off x="7421500" y="3078839"/>
            <a:ext cx="216647" cy="216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이등변 삼각형 58">
            <a:extLst>
              <a:ext uri="{FF2B5EF4-FFF2-40B4-BE49-F238E27FC236}">
                <a16:creationId xmlns:a16="http://schemas.microsoft.com/office/drawing/2014/main" id="{673727C6-1E3C-3AA4-7038-A2C1738988C6}"/>
              </a:ext>
            </a:extLst>
          </p:cNvPr>
          <p:cNvSpPr/>
          <p:nvPr/>
        </p:nvSpPr>
        <p:spPr>
          <a:xfrm rot="674747">
            <a:off x="7455604" y="3534638"/>
            <a:ext cx="265070" cy="228509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984D25DC-A072-B837-A782-121EC41778EE}"/>
              </a:ext>
            </a:extLst>
          </p:cNvPr>
          <p:cNvSpPr/>
          <p:nvPr/>
        </p:nvSpPr>
        <p:spPr>
          <a:xfrm>
            <a:off x="8051165" y="3134544"/>
            <a:ext cx="530225" cy="14922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9" name="화살표: 오른쪽 448">
            <a:extLst>
              <a:ext uri="{FF2B5EF4-FFF2-40B4-BE49-F238E27FC236}">
                <a16:creationId xmlns:a16="http://schemas.microsoft.com/office/drawing/2014/main" id="{F8716104-7288-C8F0-BE63-D592F7931F56}"/>
              </a:ext>
            </a:extLst>
          </p:cNvPr>
          <p:cNvSpPr/>
          <p:nvPr/>
        </p:nvSpPr>
        <p:spPr>
          <a:xfrm>
            <a:off x="8051165" y="3499669"/>
            <a:ext cx="530225" cy="14922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1" name="타원 450">
            <a:extLst>
              <a:ext uri="{FF2B5EF4-FFF2-40B4-BE49-F238E27FC236}">
                <a16:creationId xmlns:a16="http://schemas.microsoft.com/office/drawing/2014/main" id="{A9510878-E67E-5FB6-A683-31564C6573BE}"/>
              </a:ext>
            </a:extLst>
          </p:cNvPr>
          <p:cNvSpPr/>
          <p:nvPr/>
        </p:nvSpPr>
        <p:spPr>
          <a:xfrm>
            <a:off x="8715237" y="3415642"/>
            <a:ext cx="230034" cy="25811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07742424-3399-D577-40A9-3479BB2BE9DF}"/>
              </a:ext>
            </a:extLst>
          </p:cNvPr>
          <p:cNvSpPr txBox="1"/>
          <p:nvPr/>
        </p:nvSpPr>
        <p:spPr>
          <a:xfrm>
            <a:off x="7679902" y="3364784"/>
            <a:ext cx="478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Li</a:t>
            </a:r>
            <a:endParaRPr lang="ko-KR" altLang="en-US" sz="1100" dirty="0"/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596718EF-B2B1-1097-AC52-89FF86033974}"/>
              </a:ext>
            </a:extLst>
          </p:cNvPr>
          <p:cNvSpPr txBox="1"/>
          <p:nvPr/>
        </p:nvSpPr>
        <p:spPr>
          <a:xfrm>
            <a:off x="7766215" y="3067868"/>
            <a:ext cx="478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Li</a:t>
            </a:r>
            <a:endParaRPr lang="ko-KR" altLang="en-US" sz="1100" dirty="0"/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1F588108-870C-7904-F95D-CA3DC9D1CAAD}"/>
              </a:ext>
            </a:extLst>
          </p:cNvPr>
          <p:cNvSpPr txBox="1"/>
          <p:nvPr/>
        </p:nvSpPr>
        <p:spPr>
          <a:xfrm>
            <a:off x="7191471" y="3363660"/>
            <a:ext cx="478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Li</a:t>
            </a:r>
            <a:endParaRPr lang="ko-KR" altLang="en-US" sz="1100" dirty="0"/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A45270F5-F799-EDE1-1E66-DB0AF64A06A2}"/>
              </a:ext>
            </a:extLst>
          </p:cNvPr>
          <p:cNvSpPr txBox="1"/>
          <p:nvPr/>
        </p:nvSpPr>
        <p:spPr>
          <a:xfrm>
            <a:off x="8678054" y="3413896"/>
            <a:ext cx="478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Li</a:t>
            </a:r>
            <a:endParaRPr lang="ko-KR" altLang="en-US" sz="1100" dirty="0"/>
          </a:p>
        </p:txBody>
      </p:sp>
      <p:grpSp>
        <p:nvGrpSpPr>
          <p:cNvPr id="456" name="그룹 455">
            <a:extLst>
              <a:ext uri="{FF2B5EF4-FFF2-40B4-BE49-F238E27FC236}">
                <a16:creationId xmlns:a16="http://schemas.microsoft.com/office/drawing/2014/main" id="{F837AD95-ECB4-2FF4-409E-AAE0D50D4464}"/>
              </a:ext>
            </a:extLst>
          </p:cNvPr>
          <p:cNvGrpSpPr/>
          <p:nvPr/>
        </p:nvGrpSpPr>
        <p:grpSpPr>
          <a:xfrm>
            <a:off x="8603206" y="3093513"/>
            <a:ext cx="478367" cy="261610"/>
            <a:chOff x="8603206" y="3093513"/>
            <a:chExt cx="478367" cy="261610"/>
          </a:xfrm>
        </p:grpSpPr>
        <p:sp>
          <p:nvSpPr>
            <p:cNvPr id="457" name="타원 456">
              <a:extLst>
                <a:ext uri="{FF2B5EF4-FFF2-40B4-BE49-F238E27FC236}">
                  <a16:creationId xmlns:a16="http://schemas.microsoft.com/office/drawing/2014/main" id="{0F4FDD93-B41C-BBDC-45E5-269522B43325}"/>
                </a:ext>
              </a:extLst>
            </p:cNvPr>
            <p:cNvSpPr/>
            <p:nvPr/>
          </p:nvSpPr>
          <p:spPr>
            <a:xfrm>
              <a:off x="8637600" y="3093514"/>
              <a:ext cx="230034" cy="25811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CAF0D0C1-AD86-10E6-BD43-C66F4F88AE5B}"/>
                </a:ext>
              </a:extLst>
            </p:cNvPr>
            <p:cNvSpPr txBox="1"/>
            <p:nvPr/>
          </p:nvSpPr>
          <p:spPr>
            <a:xfrm>
              <a:off x="8603206" y="3093513"/>
              <a:ext cx="4783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Li</a:t>
              </a:r>
              <a:endParaRPr lang="ko-KR" altLang="en-US" sz="1100" dirty="0"/>
            </a:p>
          </p:txBody>
        </p:sp>
      </p:grpSp>
      <p:grpSp>
        <p:nvGrpSpPr>
          <p:cNvPr id="459" name="그룹 458">
            <a:extLst>
              <a:ext uri="{FF2B5EF4-FFF2-40B4-BE49-F238E27FC236}">
                <a16:creationId xmlns:a16="http://schemas.microsoft.com/office/drawing/2014/main" id="{3510C7F9-1197-6B19-D905-4BEF830A1F40}"/>
              </a:ext>
            </a:extLst>
          </p:cNvPr>
          <p:cNvGrpSpPr/>
          <p:nvPr/>
        </p:nvGrpSpPr>
        <p:grpSpPr>
          <a:xfrm>
            <a:off x="10055553" y="2940808"/>
            <a:ext cx="1140117" cy="285956"/>
            <a:chOff x="9993626" y="2789767"/>
            <a:chExt cx="1211047" cy="303746"/>
          </a:xfrm>
        </p:grpSpPr>
        <p:grpSp>
          <p:nvGrpSpPr>
            <p:cNvPr id="460" name="그룹 459">
              <a:extLst>
                <a:ext uri="{FF2B5EF4-FFF2-40B4-BE49-F238E27FC236}">
                  <a16:creationId xmlns:a16="http://schemas.microsoft.com/office/drawing/2014/main" id="{F636A5F6-5C03-DB67-0CEA-CB4E58FCCFA6}"/>
                </a:ext>
              </a:extLst>
            </p:cNvPr>
            <p:cNvGrpSpPr/>
            <p:nvPr/>
          </p:nvGrpSpPr>
          <p:grpSpPr>
            <a:xfrm>
              <a:off x="9993626" y="2789767"/>
              <a:ext cx="1211047" cy="303746"/>
              <a:chOff x="9993626" y="2789767"/>
              <a:chExt cx="1211047" cy="303746"/>
            </a:xfrm>
          </p:grpSpPr>
          <p:cxnSp>
            <p:nvCxnSpPr>
              <p:cNvPr id="462" name="직선 연결선 461">
                <a:extLst>
                  <a:ext uri="{FF2B5EF4-FFF2-40B4-BE49-F238E27FC236}">
                    <a16:creationId xmlns:a16="http://schemas.microsoft.com/office/drawing/2014/main" id="{C3C84458-398B-1FBF-47C7-5902874C18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993626" y="2789767"/>
                <a:ext cx="1" cy="303746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직선 연결선 462">
                <a:extLst>
                  <a:ext uri="{FF2B5EF4-FFF2-40B4-BE49-F238E27FC236}">
                    <a16:creationId xmlns:a16="http://schemas.microsoft.com/office/drawing/2014/main" id="{9C2B5E10-DD14-A102-64F4-B668171C1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204672" y="2789767"/>
                <a:ext cx="1" cy="303746"/>
              </a:xfrm>
              <a:prstGeom prst="line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1" name="직선 연결선 460">
              <a:extLst>
                <a:ext uri="{FF2B5EF4-FFF2-40B4-BE49-F238E27FC236}">
                  <a16:creationId xmlns:a16="http://schemas.microsoft.com/office/drawing/2014/main" id="{BA13C245-66C4-7C10-0AE6-BFA6453CA6B1}"/>
                </a:ext>
              </a:extLst>
            </p:cNvPr>
            <p:cNvCxnSpPr/>
            <p:nvPr/>
          </p:nvCxnSpPr>
          <p:spPr>
            <a:xfrm>
              <a:off x="9993626" y="2808817"/>
              <a:ext cx="1210733" cy="0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4" name="직사각형 463">
            <a:extLst>
              <a:ext uri="{FF2B5EF4-FFF2-40B4-BE49-F238E27FC236}">
                <a16:creationId xmlns:a16="http://schemas.microsoft.com/office/drawing/2014/main" id="{4FD07198-283A-39A5-C50C-27629BEF6F4D}"/>
              </a:ext>
            </a:extLst>
          </p:cNvPr>
          <p:cNvSpPr/>
          <p:nvPr/>
        </p:nvSpPr>
        <p:spPr>
          <a:xfrm>
            <a:off x="10004762" y="3226764"/>
            <a:ext cx="101583" cy="5854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5" name="직사각형 464">
            <a:extLst>
              <a:ext uri="{FF2B5EF4-FFF2-40B4-BE49-F238E27FC236}">
                <a16:creationId xmlns:a16="http://schemas.microsoft.com/office/drawing/2014/main" id="{68FA1962-0084-C785-7C23-A01849469D3A}"/>
              </a:ext>
            </a:extLst>
          </p:cNvPr>
          <p:cNvSpPr/>
          <p:nvPr/>
        </p:nvSpPr>
        <p:spPr>
          <a:xfrm>
            <a:off x="11144584" y="3226763"/>
            <a:ext cx="101583" cy="58544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411241E1-F2A8-022E-A269-0B579DDE4D96}"/>
              </a:ext>
            </a:extLst>
          </p:cNvPr>
          <p:cNvGrpSpPr/>
          <p:nvPr/>
        </p:nvGrpSpPr>
        <p:grpSpPr>
          <a:xfrm>
            <a:off x="10285948" y="3267669"/>
            <a:ext cx="450350" cy="246288"/>
            <a:chOff x="8586272" y="3093513"/>
            <a:chExt cx="478367" cy="261610"/>
          </a:xfrm>
        </p:grpSpPr>
        <p:sp>
          <p:nvSpPr>
            <p:cNvPr id="467" name="타원 466">
              <a:extLst>
                <a:ext uri="{FF2B5EF4-FFF2-40B4-BE49-F238E27FC236}">
                  <a16:creationId xmlns:a16="http://schemas.microsoft.com/office/drawing/2014/main" id="{7250C7EC-C093-2694-4029-2C75FC5A3100}"/>
                </a:ext>
              </a:extLst>
            </p:cNvPr>
            <p:cNvSpPr/>
            <p:nvPr/>
          </p:nvSpPr>
          <p:spPr>
            <a:xfrm>
              <a:off x="8637600" y="3093514"/>
              <a:ext cx="230034" cy="25811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0574FB14-EB52-DB6A-B4CB-806EAAE8764D}"/>
                </a:ext>
              </a:extLst>
            </p:cNvPr>
            <p:cNvSpPr txBox="1"/>
            <p:nvPr/>
          </p:nvSpPr>
          <p:spPr>
            <a:xfrm>
              <a:off x="8586272" y="3093513"/>
              <a:ext cx="4783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Li</a:t>
              </a:r>
              <a:r>
                <a:rPr lang="en-US" altLang="ko-KR" sz="1100" baseline="30000" dirty="0"/>
                <a:t>+</a:t>
              </a:r>
              <a:endParaRPr lang="ko-KR" altLang="en-US" sz="1100" baseline="30000" dirty="0"/>
            </a:p>
          </p:txBody>
        </p:sp>
      </p:grpSp>
      <p:grpSp>
        <p:nvGrpSpPr>
          <p:cNvPr id="469" name="그룹 468">
            <a:extLst>
              <a:ext uri="{FF2B5EF4-FFF2-40B4-BE49-F238E27FC236}">
                <a16:creationId xmlns:a16="http://schemas.microsoft.com/office/drawing/2014/main" id="{A6640AF2-81F4-E5D5-106C-69C37DE4736A}"/>
              </a:ext>
            </a:extLst>
          </p:cNvPr>
          <p:cNvGrpSpPr/>
          <p:nvPr/>
        </p:nvGrpSpPr>
        <p:grpSpPr>
          <a:xfrm>
            <a:off x="10445283" y="3596303"/>
            <a:ext cx="450350" cy="246288"/>
            <a:chOff x="8588389" y="3093513"/>
            <a:chExt cx="478367" cy="261610"/>
          </a:xfrm>
        </p:grpSpPr>
        <p:sp>
          <p:nvSpPr>
            <p:cNvPr id="470" name="타원 469">
              <a:extLst>
                <a:ext uri="{FF2B5EF4-FFF2-40B4-BE49-F238E27FC236}">
                  <a16:creationId xmlns:a16="http://schemas.microsoft.com/office/drawing/2014/main" id="{CE99B8D1-DD04-ACFC-A5E0-9F12FA6DF74F}"/>
                </a:ext>
              </a:extLst>
            </p:cNvPr>
            <p:cNvSpPr/>
            <p:nvPr/>
          </p:nvSpPr>
          <p:spPr>
            <a:xfrm>
              <a:off x="8637600" y="3093514"/>
              <a:ext cx="230034" cy="25811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id="{ED6D0316-A10C-C42F-1FAE-AB8DFCC86107}"/>
                </a:ext>
              </a:extLst>
            </p:cNvPr>
            <p:cNvSpPr txBox="1"/>
            <p:nvPr/>
          </p:nvSpPr>
          <p:spPr>
            <a:xfrm>
              <a:off x="8588389" y="3093513"/>
              <a:ext cx="4783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Li</a:t>
              </a:r>
              <a:r>
                <a:rPr lang="en-US" altLang="ko-KR" sz="1100" baseline="30000" dirty="0"/>
                <a:t>+</a:t>
              </a:r>
              <a:endParaRPr lang="ko-KR" altLang="en-US" sz="1100" baseline="30000" dirty="0"/>
            </a:p>
          </p:txBody>
        </p:sp>
      </p:grpSp>
      <p:sp>
        <p:nvSpPr>
          <p:cNvPr id="472" name="화살표: 오른쪽 471">
            <a:extLst>
              <a:ext uri="{FF2B5EF4-FFF2-40B4-BE49-F238E27FC236}">
                <a16:creationId xmlns:a16="http://schemas.microsoft.com/office/drawing/2014/main" id="{731B8D4A-1E8D-5299-AF2A-7D1203095BE7}"/>
              </a:ext>
            </a:extLst>
          </p:cNvPr>
          <p:cNvSpPr/>
          <p:nvPr/>
        </p:nvSpPr>
        <p:spPr>
          <a:xfrm rot="10800000">
            <a:off x="10112972" y="3314927"/>
            <a:ext cx="179749" cy="14048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3" name="화살표: 오른쪽 472">
            <a:extLst>
              <a:ext uri="{FF2B5EF4-FFF2-40B4-BE49-F238E27FC236}">
                <a16:creationId xmlns:a16="http://schemas.microsoft.com/office/drawing/2014/main" id="{4A4F39FD-EF3B-1FBA-4D35-FED3084A7E16}"/>
              </a:ext>
            </a:extLst>
          </p:cNvPr>
          <p:cNvSpPr/>
          <p:nvPr/>
        </p:nvSpPr>
        <p:spPr>
          <a:xfrm rot="10800000">
            <a:off x="10285948" y="3649205"/>
            <a:ext cx="179749" cy="14048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4" name="사각형: 둥근 모서리 473">
            <a:extLst>
              <a:ext uri="{FF2B5EF4-FFF2-40B4-BE49-F238E27FC236}">
                <a16:creationId xmlns:a16="http://schemas.microsoft.com/office/drawing/2014/main" id="{ADA815DD-E6B3-B9EB-A12D-CEF05CC40E1C}"/>
              </a:ext>
            </a:extLst>
          </p:cNvPr>
          <p:cNvSpPr/>
          <p:nvPr/>
        </p:nvSpPr>
        <p:spPr>
          <a:xfrm rot="738839">
            <a:off x="10724036" y="3259864"/>
            <a:ext cx="195312" cy="19531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aseline="30000" dirty="0"/>
          </a:p>
        </p:txBody>
      </p:sp>
      <p:sp>
        <p:nvSpPr>
          <p:cNvPr id="475" name="사각형: 둥근 모서리 474">
            <a:extLst>
              <a:ext uri="{FF2B5EF4-FFF2-40B4-BE49-F238E27FC236}">
                <a16:creationId xmlns:a16="http://schemas.microsoft.com/office/drawing/2014/main" id="{D50D4830-87F1-966E-B183-A94242F6322C}"/>
              </a:ext>
            </a:extLst>
          </p:cNvPr>
          <p:cNvSpPr/>
          <p:nvPr/>
        </p:nvSpPr>
        <p:spPr>
          <a:xfrm rot="738839">
            <a:off x="10797976" y="3570984"/>
            <a:ext cx="195312" cy="19531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6" name="화살표: 오른쪽 475">
            <a:extLst>
              <a:ext uri="{FF2B5EF4-FFF2-40B4-BE49-F238E27FC236}">
                <a16:creationId xmlns:a16="http://schemas.microsoft.com/office/drawing/2014/main" id="{2245D100-8535-2262-068C-B2B86839AD09}"/>
              </a:ext>
            </a:extLst>
          </p:cNvPr>
          <p:cNvSpPr/>
          <p:nvPr/>
        </p:nvSpPr>
        <p:spPr>
          <a:xfrm rot="10800000" flipH="1">
            <a:off x="10948779" y="3285156"/>
            <a:ext cx="179749" cy="14048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7" name="화살표: 오른쪽 476">
            <a:extLst>
              <a:ext uri="{FF2B5EF4-FFF2-40B4-BE49-F238E27FC236}">
                <a16:creationId xmlns:a16="http://schemas.microsoft.com/office/drawing/2014/main" id="{F868D090-43C6-A360-B0B2-E7237E0EDE13}"/>
              </a:ext>
            </a:extLst>
          </p:cNvPr>
          <p:cNvSpPr/>
          <p:nvPr/>
        </p:nvSpPr>
        <p:spPr>
          <a:xfrm rot="10800000" flipH="1">
            <a:off x="11025723" y="3596116"/>
            <a:ext cx="179749" cy="14048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B5436CBD-49E4-C689-17C7-EBAFAD7C510E}"/>
              </a:ext>
            </a:extLst>
          </p:cNvPr>
          <p:cNvSpPr txBox="1"/>
          <p:nvPr/>
        </p:nvSpPr>
        <p:spPr>
          <a:xfrm>
            <a:off x="10661299" y="3232322"/>
            <a:ext cx="450350" cy="246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Cl</a:t>
            </a:r>
            <a:r>
              <a:rPr lang="en-US" altLang="ko-KR" sz="1100" baseline="30000" dirty="0"/>
              <a:t>-</a:t>
            </a:r>
            <a:endParaRPr lang="ko-KR" altLang="en-US" sz="1100" baseline="30000" dirty="0"/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985685BA-3097-9575-9FEC-128233AF3EC1}"/>
              </a:ext>
            </a:extLst>
          </p:cNvPr>
          <p:cNvSpPr txBox="1"/>
          <p:nvPr/>
        </p:nvSpPr>
        <p:spPr>
          <a:xfrm>
            <a:off x="10737837" y="3545495"/>
            <a:ext cx="450350" cy="246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Cl</a:t>
            </a:r>
            <a:r>
              <a:rPr lang="en-US" altLang="ko-KR" sz="1100" baseline="30000" dirty="0"/>
              <a:t>-</a:t>
            </a:r>
            <a:endParaRPr lang="ko-KR" altLang="en-US" sz="1100" baseline="30000" dirty="0"/>
          </a:p>
        </p:txBody>
      </p:sp>
      <p:cxnSp>
        <p:nvCxnSpPr>
          <p:cNvPr id="480" name="직선 화살표 연결선 479">
            <a:extLst>
              <a:ext uri="{FF2B5EF4-FFF2-40B4-BE49-F238E27FC236}">
                <a16:creationId xmlns:a16="http://schemas.microsoft.com/office/drawing/2014/main" id="{099A84D5-B33B-E78C-E072-2EC6E6293EE6}"/>
              </a:ext>
            </a:extLst>
          </p:cNvPr>
          <p:cNvCxnSpPr/>
          <p:nvPr/>
        </p:nvCxnSpPr>
        <p:spPr>
          <a:xfrm flipH="1">
            <a:off x="10300977" y="3039124"/>
            <a:ext cx="6301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2" name="TextBox 491">
            <a:extLst>
              <a:ext uri="{FF2B5EF4-FFF2-40B4-BE49-F238E27FC236}">
                <a16:creationId xmlns:a16="http://schemas.microsoft.com/office/drawing/2014/main" id="{E4914446-FFD4-BA55-508A-59911AD4BE69}"/>
              </a:ext>
            </a:extLst>
          </p:cNvPr>
          <p:cNvSpPr txBox="1"/>
          <p:nvPr/>
        </p:nvSpPr>
        <p:spPr>
          <a:xfrm>
            <a:off x="10513216" y="2983116"/>
            <a:ext cx="450350" cy="246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e</a:t>
            </a:r>
            <a:r>
              <a:rPr lang="en-US" altLang="ko-KR" sz="1100" baseline="30000" dirty="0"/>
              <a:t>-</a:t>
            </a:r>
            <a:endParaRPr lang="ko-KR" altLang="en-US" sz="1100" baseline="30000" dirty="0"/>
          </a:p>
        </p:txBody>
      </p:sp>
      <p:sp>
        <p:nvSpPr>
          <p:cNvPr id="494" name="TextBox 19">
            <a:extLst>
              <a:ext uri="{FF2B5EF4-FFF2-40B4-BE49-F238E27FC236}">
                <a16:creationId xmlns:a16="http://schemas.microsoft.com/office/drawing/2014/main" id="{05D48BE7-A3DB-4A5D-6DE3-CE4657625369}"/>
              </a:ext>
            </a:extLst>
          </p:cNvPr>
          <p:cNvSpPr txBox="1"/>
          <p:nvPr/>
        </p:nvSpPr>
        <p:spPr>
          <a:xfrm>
            <a:off x="0" y="6675469"/>
            <a:ext cx="118053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defRPr sz="900" spc="-30">
                <a:solidFill>
                  <a:srgbClr val="AFABAB"/>
                </a:solidFill>
                <a:latin typeface="Pretendard Thin"/>
                <a:ea typeface="Pretendard Thin"/>
                <a:cs typeface="Pretendard Thin"/>
                <a:sym typeface="Pretendard Thin"/>
              </a:defRPr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Source</a:t>
            </a:r>
            <a:r>
              <a:rPr lang="en-US" altLang="ko-KR" sz="800" spc="-30" dirty="0">
                <a:solidFill>
                  <a:srgbClr val="AFABAB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Desalination, 2024,575, 117249</a:t>
            </a:r>
            <a:r>
              <a:rPr lang="en-US" altLang="ko-KR" sz="800" spc="-30" dirty="0">
                <a:solidFill>
                  <a:srgbClr val="AFABAB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sym typeface="Pretendard Thin"/>
              </a:rPr>
              <a:t>)</a:t>
            </a:r>
            <a:endParaRPr lang="en-US" altLang="ko-KR" sz="800" spc="-30" dirty="0">
              <a:solidFill>
                <a:srgbClr val="AFABAB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95" name="직사각형 494">
            <a:extLst>
              <a:ext uri="{FF2B5EF4-FFF2-40B4-BE49-F238E27FC236}">
                <a16:creationId xmlns:a16="http://schemas.microsoft.com/office/drawing/2014/main" id="{B6920241-E818-EFF6-AB8A-41975587FDD0}"/>
              </a:ext>
            </a:extLst>
          </p:cNvPr>
          <p:cNvSpPr/>
          <p:nvPr/>
        </p:nvSpPr>
        <p:spPr>
          <a:xfrm>
            <a:off x="4342284" y="1396267"/>
            <a:ext cx="5099089" cy="5219774"/>
          </a:xfrm>
          <a:prstGeom prst="rect">
            <a:avLst/>
          </a:prstGeom>
          <a:noFill/>
          <a:ln w="76200">
            <a:solidFill>
              <a:srgbClr val="03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906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247</Words>
  <Application>Microsoft Office PowerPoint</Application>
  <PresentationFormat>와이드스크린</PresentationFormat>
  <Paragraphs>81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Arial</vt:lpstr>
      <vt:lpstr>Pretendard ExtraBold</vt:lpstr>
      <vt:lpstr>Pretendard Light</vt:lpstr>
      <vt:lpstr>Pretendard SemiBold</vt:lpstr>
      <vt:lpstr>Wingdings</vt:lpstr>
      <vt:lpstr>맑은 고딕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3</cp:revision>
  <dcterms:created xsi:type="dcterms:W3CDTF">2026-08-13T08:23:15Z</dcterms:created>
  <dcterms:modified xsi:type="dcterms:W3CDTF">2026-08-13T08:52:40Z</dcterms:modified>
</cp:coreProperties>
</file>